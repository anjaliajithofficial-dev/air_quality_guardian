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3"/>
  </p:notesMasterIdLst>
  <p:handoutMasterIdLst>
    <p:handoutMasterId r:id="rId14"/>
  </p:handoutMasterIdLst>
  <p:sldIdLst>
    <p:sldId id="353" r:id="rId5"/>
    <p:sldId id="329" r:id="rId6"/>
    <p:sldId id="331" r:id="rId7"/>
    <p:sldId id="345" r:id="rId8"/>
    <p:sldId id="347" r:id="rId9"/>
    <p:sldId id="348" r:id="rId10"/>
    <p:sldId id="349" r:id="rId11"/>
    <p:sldId id="35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D7D9"/>
    <a:srgbClr val="93D3D9"/>
    <a:srgbClr val="AAD6FF"/>
    <a:srgbClr val="B2C8CD"/>
    <a:srgbClr val="CCD8D6"/>
    <a:srgbClr val="4F5945"/>
    <a:srgbClr val="73292A"/>
    <a:srgbClr val="7F867A"/>
    <a:srgbClr val="A65B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966" autoAdjust="0"/>
  </p:normalViewPr>
  <p:slideViewPr>
    <p:cSldViewPr snapToGrid="0">
      <p:cViewPr varScale="1">
        <p:scale>
          <a:sx n="105" d="100"/>
          <a:sy n="105" d="100"/>
        </p:scale>
        <p:origin x="834" y="102"/>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showGuides="1">
      <p:cViewPr varScale="1">
        <p:scale>
          <a:sx n="82" d="100"/>
          <a:sy n="82" d="100"/>
        </p:scale>
        <p:origin x="2784" y="17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49852A6-C536-198B-0B36-808C24FAAF6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9F40B29C-E84A-E4D1-8998-1A961EC23BA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2A5AE42-7DC1-8140-9B13-146984FDEF22}" type="datetimeFigureOut">
              <a:rPr lang="en-US" smtClean="0"/>
              <a:t>3/14/2026</a:t>
            </a:fld>
            <a:endParaRPr lang="en-US" dirty="0"/>
          </a:p>
        </p:txBody>
      </p:sp>
      <p:sp>
        <p:nvSpPr>
          <p:cNvPr id="4" name="Footer Placeholder 3">
            <a:extLst>
              <a:ext uri="{FF2B5EF4-FFF2-40B4-BE49-F238E27FC236}">
                <a16:creationId xmlns:a16="http://schemas.microsoft.com/office/drawing/2014/main" id="{FCCE4DE7-ED89-D264-F004-38F2DF4879D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CF7E8591-FF54-5A00-A703-95ABC16B78D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7369B77-94AB-0344-9EBF-9DB9EE8D3ABC}" type="slidenum">
              <a:rPr lang="en-US" smtClean="0"/>
              <a:t>‹#›</a:t>
            </a:fld>
            <a:endParaRPr lang="en-US" dirty="0"/>
          </a:p>
        </p:txBody>
      </p:sp>
    </p:spTree>
    <p:extLst>
      <p:ext uri="{BB962C8B-B14F-4D97-AF65-F5344CB8AC3E}">
        <p14:creationId xmlns:p14="http://schemas.microsoft.com/office/powerpoint/2010/main" val="23985974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F75F72-8950-AF4F-9381-1D26FB547EA1}" type="datetimeFigureOut">
              <a:rPr lang="en-US" smtClean="0"/>
              <a:t>3/14/2026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75476F-A808-1F46-A368-07984F6DA22E}" type="slidenum">
              <a:rPr lang="en-US" smtClean="0"/>
              <a:t>‹#›</a:t>
            </a:fld>
            <a:endParaRPr lang="en-US" dirty="0"/>
          </a:p>
        </p:txBody>
      </p:sp>
    </p:spTree>
    <p:extLst>
      <p:ext uri="{BB962C8B-B14F-4D97-AF65-F5344CB8AC3E}">
        <p14:creationId xmlns:p14="http://schemas.microsoft.com/office/powerpoint/2010/main" val="11142527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75476F-A808-1F46-A368-07984F6DA22E}" type="slidenum">
              <a:rPr lang="en-US" smtClean="0"/>
              <a:t>2</a:t>
            </a:fld>
            <a:endParaRPr lang="en-US" dirty="0"/>
          </a:p>
        </p:txBody>
      </p:sp>
    </p:spTree>
    <p:extLst>
      <p:ext uri="{BB962C8B-B14F-4D97-AF65-F5344CB8AC3E}">
        <p14:creationId xmlns:p14="http://schemas.microsoft.com/office/powerpoint/2010/main" val="31279107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75476F-A808-1F46-A368-07984F6DA22E}" type="slidenum">
              <a:rPr lang="en-US" smtClean="0"/>
              <a:t>3</a:t>
            </a:fld>
            <a:endParaRPr lang="en-US" dirty="0"/>
          </a:p>
        </p:txBody>
      </p:sp>
    </p:spTree>
    <p:extLst>
      <p:ext uri="{BB962C8B-B14F-4D97-AF65-F5344CB8AC3E}">
        <p14:creationId xmlns:p14="http://schemas.microsoft.com/office/powerpoint/2010/main" val="32375198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15.svg"/><Relationship Id="rId4" Type="http://schemas.openxmlformats.org/officeDocument/2006/relationships/image" Target="../media/image14.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FD90036E-D78E-7995-BEF4-F64DA613C71D}"/>
              </a:ext>
            </a:extLst>
          </p:cNvPr>
          <p:cNvSpPr>
            <a:spLocks noGrp="1"/>
          </p:cNvSpPr>
          <p:nvPr>
            <p:ph type="pic" sz="quarter" idx="10"/>
          </p:nvPr>
        </p:nvSpPr>
        <p:spPr>
          <a:xfrm>
            <a:off x="0" y="0"/>
            <a:ext cx="12192000" cy="6858000"/>
          </a:xfrm>
          <a:solidFill>
            <a:schemeClr val="tx1">
              <a:lumMod val="50000"/>
              <a:lumOff val="50000"/>
            </a:schemeClr>
          </a:solidFill>
        </p:spPr>
        <p:txBody>
          <a:bodyPr/>
          <a:lstStyle>
            <a:lvl1pPr marL="0" indent="0">
              <a:buNone/>
              <a:defRPr>
                <a:solidFill>
                  <a:schemeClr val="bg1"/>
                </a:solidFill>
              </a:defRPr>
            </a:lvl1pPr>
          </a:lstStyle>
          <a:p>
            <a:r>
              <a:rPr lang="en-US"/>
              <a:t>Click icon to add picture</a:t>
            </a:r>
            <a:endParaRPr lang="en-US" dirty="0"/>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1408176" y="1463040"/>
            <a:ext cx="6327648" cy="2180543"/>
          </a:xfrm>
          <a:noFill/>
        </p:spPr>
        <p:txBody>
          <a:bodyPr anchor="b">
            <a:noAutofit/>
          </a:bodyPr>
          <a:lstStyle>
            <a:lvl1pPr algn="ctr">
              <a:defRPr sz="480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1911096" y="3995928"/>
            <a:ext cx="5321808" cy="824404"/>
          </a:xfrm>
          <a:noFill/>
        </p:spPr>
        <p:txBody>
          <a:bodyPr anchor="ct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916498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6099048" y="530352"/>
            <a:ext cx="5385816" cy="1810512"/>
          </a:xfrm>
        </p:spPr>
        <p:txBody>
          <a:bodyPr anchor="b">
            <a:normAutofit/>
          </a:bodyPr>
          <a:lstStyle>
            <a:lvl1pPr>
              <a:defRPr sz="4000"/>
            </a:lvl1pPr>
          </a:lstStyle>
          <a:p>
            <a:r>
              <a:rPr lang="en-US"/>
              <a:t>Click to edit Master title style</a:t>
            </a:r>
            <a:endParaRPr lang="en-US" dirty="0"/>
          </a:p>
        </p:txBody>
      </p:sp>
      <p:sp>
        <p:nvSpPr>
          <p:cNvPr id="7" name="Picture Placeholder 6">
            <a:extLst>
              <a:ext uri="{FF2B5EF4-FFF2-40B4-BE49-F238E27FC236}">
                <a16:creationId xmlns:a16="http://schemas.microsoft.com/office/drawing/2014/main" id="{8B3132E8-A261-CEAB-129F-0FED7AD8D00C}"/>
              </a:ext>
            </a:extLst>
          </p:cNvPr>
          <p:cNvSpPr>
            <a:spLocks noGrp="1"/>
          </p:cNvSpPr>
          <p:nvPr>
            <p:ph type="pic" sz="quarter" idx="13"/>
          </p:nvPr>
        </p:nvSpPr>
        <p:spPr>
          <a:xfrm>
            <a:off x="1" y="0"/>
            <a:ext cx="5174458" cy="6858000"/>
          </a:xfrm>
        </p:spPr>
        <p:txBody>
          <a:bodyPr/>
          <a:lstStyle>
            <a:lvl1pPr marL="0" indent="0">
              <a:buNone/>
              <a:defRPr/>
            </a:lvl1pPr>
          </a:lstStyle>
          <a:p>
            <a:r>
              <a:rPr lang="en-US"/>
              <a:t>Click icon to add picture</a:t>
            </a:r>
            <a:endParaRPr lang="en-US" dirty="0"/>
          </a:p>
        </p:txBody>
      </p:sp>
      <p:sp>
        <p:nvSpPr>
          <p:cNvPr id="32" name="Content Placeholder 5">
            <a:extLst>
              <a:ext uri="{FF2B5EF4-FFF2-40B4-BE49-F238E27FC236}">
                <a16:creationId xmlns:a16="http://schemas.microsoft.com/office/drawing/2014/main" id="{9BEB2D80-6263-5794-6A1A-CFF345F7A92E}"/>
              </a:ext>
            </a:extLst>
          </p:cNvPr>
          <p:cNvSpPr>
            <a:spLocks noGrp="1"/>
          </p:cNvSpPr>
          <p:nvPr>
            <p:ph sz="quarter" idx="4"/>
          </p:nvPr>
        </p:nvSpPr>
        <p:spPr>
          <a:xfrm>
            <a:off x="6099048" y="2962656"/>
            <a:ext cx="5385816" cy="2706624"/>
          </a:xfrm>
        </p:spPr>
        <p:txBody>
          <a:bodyPr>
            <a:normAutofit/>
          </a:bodyPr>
          <a:lstStyle>
            <a:lvl1pPr marL="0" indent="0">
              <a:lnSpc>
                <a:spcPct val="100000"/>
              </a:lnSpc>
              <a:buClr>
                <a:srgbClr val="73292A"/>
              </a:buClr>
              <a:buNone/>
              <a:defRPr sz="2400"/>
            </a:lvl1pPr>
            <a:lvl2pPr marL="228600">
              <a:buClr>
                <a:srgbClr val="73292A"/>
              </a:buClr>
              <a:defRPr sz="2000"/>
            </a:lvl2pPr>
            <a:lvl3pPr marL="685800">
              <a:buClr>
                <a:srgbClr val="73292A"/>
              </a:buClr>
              <a:defRPr sz="1800"/>
            </a:lvl3pPr>
            <a:lvl4pPr marL="1143000">
              <a:buClr>
                <a:srgbClr val="73292A"/>
              </a:buClr>
              <a:defRPr sz="1600"/>
            </a:lvl4pPr>
            <a:lvl5pPr marL="1600200">
              <a:buClr>
                <a:srgbClr val="73292A"/>
              </a:buCl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a:xfrm>
            <a:off x="6099048" y="6356350"/>
            <a:ext cx="4114800" cy="365125"/>
          </a:xfrm>
        </p:spPr>
        <p:txBody>
          <a:bodyPr/>
          <a:lstStyle/>
          <a:p>
            <a:r>
              <a:rPr lang="en-US" dirty="0"/>
              <a:t>Presentation title</a:t>
            </a:r>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a:xfrm>
            <a:off x="11234928" y="6356350"/>
            <a:ext cx="716280" cy="365125"/>
          </a:xfrm>
        </p:spPr>
        <p:txBody>
          <a:bodyPr/>
          <a:lstStyle/>
          <a:p>
            <a:fld id="{294A09A9-5501-47C1-A89A-A340965A2BE2}" type="slidenum">
              <a:rPr lang="en-US" smtClean="0"/>
              <a:t>‹#›</a:t>
            </a:fld>
            <a:endParaRPr lang="en-US" dirty="0"/>
          </a:p>
        </p:txBody>
      </p:sp>
      <p:sp>
        <p:nvSpPr>
          <p:cNvPr id="10" name="Rectangle 9">
            <a:extLst>
              <a:ext uri="{FF2B5EF4-FFF2-40B4-BE49-F238E27FC236}">
                <a16:creationId xmlns:a16="http://schemas.microsoft.com/office/drawing/2014/main" id="{DCAF8C32-80F8-F614-8280-02F76781F238}"/>
              </a:ext>
            </a:extLst>
          </p:cNvPr>
          <p:cNvSpPr/>
          <p:nvPr userDrawn="1"/>
        </p:nvSpPr>
        <p:spPr>
          <a:xfrm>
            <a:off x="5174459" y="0"/>
            <a:ext cx="45719"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Graphic 2">
            <a:extLst>
              <a:ext uri="{FF2B5EF4-FFF2-40B4-BE49-F238E27FC236}">
                <a16:creationId xmlns:a16="http://schemas.microsoft.com/office/drawing/2014/main" id="{02CB607F-27CE-D613-F812-E70C738FA045}"/>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r="34723"/>
          <a:stretch/>
        </p:blipFill>
        <p:spPr>
          <a:xfrm>
            <a:off x="9959711" y="738051"/>
            <a:ext cx="2232289" cy="5381892"/>
          </a:xfrm>
          <a:prstGeom prst="rect">
            <a:avLst/>
          </a:prstGeom>
        </p:spPr>
      </p:pic>
      <p:cxnSp>
        <p:nvCxnSpPr>
          <p:cNvPr id="4" name="Straight Connector 3">
            <a:extLst>
              <a:ext uri="{FF2B5EF4-FFF2-40B4-BE49-F238E27FC236}">
                <a16:creationId xmlns:a16="http://schemas.microsoft.com/office/drawing/2014/main" id="{0A689F60-3D32-FD74-24A9-266643081E85}"/>
              </a:ext>
            </a:extLst>
          </p:cNvPr>
          <p:cNvCxnSpPr>
            <a:cxnSpLocks/>
          </p:cNvCxnSpPr>
          <p:nvPr userDrawn="1"/>
        </p:nvCxnSpPr>
        <p:spPr>
          <a:xfrm>
            <a:off x="6189979" y="2649682"/>
            <a:ext cx="3325980"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pic>
        <p:nvPicPr>
          <p:cNvPr id="5" name="Picture 4" descr="A picture containing text&#10;&#10;Description automatically generated">
            <a:extLst>
              <a:ext uri="{FF2B5EF4-FFF2-40B4-BE49-F238E27FC236}">
                <a16:creationId xmlns:a16="http://schemas.microsoft.com/office/drawing/2014/main" id="{B827D708-B036-EE04-B213-EC3EAAE0681B}"/>
              </a:ext>
            </a:extLst>
          </p:cNvPr>
          <p:cNvPicPr>
            <a:picLocks noChangeAspect="1"/>
          </p:cNvPicPr>
          <p:nvPr userDrawn="1"/>
        </p:nvPicPr>
        <p:blipFill>
          <a:blip r:embed="rId4" cstate="screen">
            <a:extLst>
              <a:ext uri="{BEBA8EAE-BF5A-486C-A8C5-ECC9F3942E4B}">
                <a14:imgProps xmlns:a14="http://schemas.microsoft.com/office/drawing/2010/main">
                  <a14:imgLayer r:embed="rId5">
                    <a14:imgEffect>
                      <a14:saturation sat="35000"/>
                    </a14:imgEffect>
                  </a14:imgLayer>
                </a14:imgProps>
              </a:ext>
              <a:ext uri="{28A0092B-C50C-407E-A947-70E740481C1C}">
                <a14:useLocalDpi xmlns:a14="http://schemas.microsoft.com/office/drawing/2010/main"/>
              </a:ext>
            </a:extLst>
          </a:blip>
          <a:stretch>
            <a:fillRect/>
          </a:stretch>
        </p:blipFill>
        <p:spPr>
          <a:xfrm>
            <a:off x="9029920" y="2509197"/>
            <a:ext cx="972078" cy="285381"/>
          </a:xfrm>
          <a:prstGeom prst="rect">
            <a:avLst/>
          </a:prstGeom>
        </p:spPr>
      </p:pic>
    </p:spTree>
    <p:extLst>
      <p:ext uri="{BB962C8B-B14F-4D97-AF65-F5344CB8AC3E}">
        <p14:creationId xmlns:p14="http://schemas.microsoft.com/office/powerpoint/2010/main" val="9539805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bg1"/>
        </a:solidFill>
        <a:effectLst/>
      </p:bgPr>
    </p:bg>
    <p:spTree>
      <p:nvGrpSpPr>
        <p:cNvPr id="1" name=""/>
        <p:cNvGrpSpPr/>
        <p:nvPr/>
      </p:nvGrpSpPr>
      <p:grpSpPr>
        <a:xfrm>
          <a:off x="0" y="0"/>
          <a:ext cx="0" cy="0"/>
          <a:chOff x="0" y="0"/>
          <a:chExt cx="0" cy="0"/>
        </a:xfrm>
      </p:grpSpPr>
      <p:sp>
        <p:nvSpPr>
          <p:cNvPr id="4" name="Picture Placeholder 4">
            <a:extLst>
              <a:ext uri="{FF2B5EF4-FFF2-40B4-BE49-F238E27FC236}">
                <a16:creationId xmlns:a16="http://schemas.microsoft.com/office/drawing/2014/main" id="{68B802A0-174F-ED42-DB3C-30B25D7D20B7}"/>
              </a:ext>
            </a:extLst>
          </p:cNvPr>
          <p:cNvSpPr>
            <a:spLocks noGrp="1"/>
          </p:cNvSpPr>
          <p:nvPr>
            <p:ph type="pic" sz="quarter" idx="10"/>
          </p:nvPr>
        </p:nvSpPr>
        <p:spPr>
          <a:xfrm>
            <a:off x="0" y="0"/>
            <a:ext cx="12192000" cy="6858000"/>
          </a:xfrm>
          <a:solidFill>
            <a:schemeClr val="tx1">
              <a:lumMod val="50000"/>
              <a:lumOff val="50000"/>
            </a:schemeClr>
          </a:solidFill>
        </p:spPr>
        <p:txBody>
          <a:bodyPr/>
          <a:lstStyle>
            <a:lvl1pPr marL="0" indent="0">
              <a:buNone/>
              <a:defRPr>
                <a:solidFill>
                  <a:schemeClr val="bg1"/>
                </a:solidFill>
              </a:defRPr>
            </a:lvl1pPr>
          </a:lstStyle>
          <a:p>
            <a:r>
              <a:rPr lang="en-US"/>
              <a:t>Click icon to add picture</a:t>
            </a:r>
            <a:endParaRPr lang="en-US" dirty="0"/>
          </a:p>
        </p:txBody>
      </p:sp>
      <p:sp>
        <p:nvSpPr>
          <p:cNvPr id="5" name="Title 1">
            <a:extLst>
              <a:ext uri="{FF2B5EF4-FFF2-40B4-BE49-F238E27FC236}">
                <a16:creationId xmlns:a16="http://schemas.microsoft.com/office/drawing/2014/main" id="{C5682FAF-43FC-D4B4-4D6A-E5D70198C128}"/>
              </a:ext>
            </a:extLst>
          </p:cNvPr>
          <p:cNvSpPr>
            <a:spLocks noGrp="1"/>
          </p:cNvSpPr>
          <p:nvPr>
            <p:ph type="ctrTitle"/>
          </p:nvPr>
        </p:nvSpPr>
        <p:spPr>
          <a:xfrm>
            <a:off x="1581912" y="2185416"/>
            <a:ext cx="9052560" cy="2487168"/>
          </a:xfrm>
          <a:noFill/>
        </p:spPr>
        <p:txBody>
          <a:bodyPr anchor="ctr">
            <a:noAutofit/>
          </a:bodyPr>
          <a:lstStyle>
            <a:lvl1pPr algn="ctr">
              <a:defRPr sz="480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28026350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7F691F67-3A33-EA2C-967A-86934DA1D47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r="69401" b="24659"/>
          <a:stretch/>
        </p:blipFill>
        <p:spPr>
          <a:xfrm>
            <a:off x="5856445" y="726334"/>
            <a:ext cx="1898043" cy="5405332"/>
          </a:xfrm>
          <a:prstGeom prst="rect">
            <a:avLst/>
          </a:prstGeom>
        </p:spPr>
      </p:pic>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621792" y="722376"/>
            <a:ext cx="6419088" cy="2350008"/>
          </a:xfrm>
        </p:spPr>
        <p:txBody>
          <a:bodyPr anchor="b">
            <a:normAutofit/>
          </a:bodyPr>
          <a:lstStyle>
            <a:lvl1pPr algn="ctr">
              <a:defRPr sz="4400"/>
            </a:lvl1pPr>
          </a:lstStyle>
          <a:p>
            <a:r>
              <a:rPr lang="en-US"/>
              <a:t>Click to edit Master title style</a:t>
            </a:r>
            <a:endParaRPr lang="en-US" dirty="0"/>
          </a:p>
        </p:txBody>
      </p:sp>
      <p:sp>
        <p:nvSpPr>
          <p:cNvPr id="13" name="Subtitle 2">
            <a:extLst>
              <a:ext uri="{FF2B5EF4-FFF2-40B4-BE49-F238E27FC236}">
                <a16:creationId xmlns:a16="http://schemas.microsoft.com/office/drawing/2014/main" id="{F6B0D1AB-E9D6-841F-7178-F60F07AF3B37}"/>
              </a:ext>
            </a:extLst>
          </p:cNvPr>
          <p:cNvSpPr>
            <a:spLocks noGrp="1"/>
          </p:cNvSpPr>
          <p:nvPr>
            <p:ph type="subTitle" idx="1"/>
          </p:nvPr>
        </p:nvSpPr>
        <p:spPr>
          <a:xfrm>
            <a:off x="640079" y="3931920"/>
            <a:ext cx="6419088" cy="1389888"/>
          </a:xfrm>
        </p:spPr>
        <p:txBody>
          <a:bodyPr>
            <a:normAutofit/>
          </a:bodyPr>
          <a:lstStyle>
            <a:lvl1pPr marL="0" indent="0" algn="ctr">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Picture Placeholder 6">
            <a:extLst>
              <a:ext uri="{FF2B5EF4-FFF2-40B4-BE49-F238E27FC236}">
                <a16:creationId xmlns:a16="http://schemas.microsoft.com/office/drawing/2014/main" id="{8B3132E8-A261-CEAB-129F-0FED7AD8D00C}"/>
              </a:ext>
            </a:extLst>
          </p:cNvPr>
          <p:cNvSpPr>
            <a:spLocks noGrp="1"/>
          </p:cNvSpPr>
          <p:nvPr>
            <p:ph type="pic" sz="quarter" idx="13"/>
          </p:nvPr>
        </p:nvSpPr>
        <p:spPr>
          <a:xfrm>
            <a:off x="7754488" y="0"/>
            <a:ext cx="4434464" cy="6858000"/>
          </a:xfrm>
        </p:spPr>
        <p:txBody>
          <a:bodyPr/>
          <a:lstStyle>
            <a:lvl1pPr marL="0" indent="0">
              <a:buNone/>
              <a:defRPr/>
            </a:lvl1pPr>
          </a:lstStyle>
          <a:p>
            <a:r>
              <a:rPr lang="en-US"/>
              <a:t>Click icon to add picture</a:t>
            </a:r>
            <a:endParaRPr lang="en-US" dirty="0"/>
          </a:p>
        </p:txBody>
      </p:sp>
      <p:cxnSp>
        <p:nvCxnSpPr>
          <p:cNvPr id="11" name="Straight Connector 10">
            <a:extLst>
              <a:ext uri="{FF2B5EF4-FFF2-40B4-BE49-F238E27FC236}">
                <a16:creationId xmlns:a16="http://schemas.microsoft.com/office/drawing/2014/main" id="{DB41B1E5-0891-6540-C6C6-2E4CF929E2D5}"/>
              </a:ext>
            </a:extLst>
          </p:cNvPr>
          <p:cNvCxnSpPr>
            <a:cxnSpLocks/>
          </p:cNvCxnSpPr>
          <p:nvPr userDrawn="1"/>
        </p:nvCxnSpPr>
        <p:spPr>
          <a:xfrm>
            <a:off x="1679972" y="3432325"/>
            <a:ext cx="4376421"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pic>
        <p:nvPicPr>
          <p:cNvPr id="12" name="Picture 11" descr="A picture containing text&#10;&#10;Description automatically generated">
            <a:extLst>
              <a:ext uri="{FF2B5EF4-FFF2-40B4-BE49-F238E27FC236}">
                <a16:creationId xmlns:a16="http://schemas.microsoft.com/office/drawing/2014/main" id="{2CA6CDBD-54C9-2154-A4D6-F432B3CF27F7}"/>
              </a:ext>
            </a:extLst>
          </p:cNvPr>
          <p:cNvPicPr>
            <a:picLocks noChangeAspect="1"/>
          </p:cNvPicPr>
          <p:nvPr userDrawn="1"/>
        </p:nvPicPr>
        <p:blipFill>
          <a:blip r:embed="rId4" cstate="screen">
            <a:extLst>
              <a:ext uri="{BEBA8EAE-BF5A-486C-A8C5-ECC9F3942E4B}">
                <a14:imgProps xmlns:a14="http://schemas.microsoft.com/office/drawing/2010/main">
                  <a14:imgLayer r:embed="rId5">
                    <a14:imgEffect>
                      <a14:saturation sat="35000"/>
                    </a14:imgEffect>
                  </a14:imgLayer>
                </a14:imgProps>
              </a:ext>
              <a:ext uri="{28A0092B-C50C-407E-A947-70E740481C1C}">
                <a14:useLocalDpi xmlns:a14="http://schemas.microsoft.com/office/drawing/2010/main"/>
              </a:ext>
            </a:extLst>
          </a:blip>
          <a:stretch>
            <a:fillRect/>
          </a:stretch>
        </p:blipFill>
        <p:spPr>
          <a:xfrm>
            <a:off x="3343169" y="3291840"/>
            <a:ext cx="972078" cy="285381"/>
          </a:xfrm>
          <a:prstGeom prst="rect">
            <a:avLst/>
          </a:prstGeom>
        </p:spPr>
      </p:pic>
      <p:sp>
        <p:nvSpPr>
          <p:cNvPr id="14" name="Rectangle 13">
            <a:extLst>
              <a:ext uri="{FF2B5EF4-FFF2-40B4-BE49-F238E27FC236}">
                <a16:creationId xmlns:a16="http://schemas.microsoft.com/office/drawing/2014/main" id="{57541814-983F-1B1C-1D5D-EBAC0D9BEB4C}"/>
              </a:ext>
            </a:extLst>
          </p:cNvPr>
          <p:cNvSpPr/>
          <p:nvPr userDrawn="1"/>
        </p:nvSpPr>
        <p:spPr>
          <a:xfrm>
            <a:off x="7711438" y="0"/>
            <a:ext cx="45719" cy="6858000"/>
          </a:xfrm>
          <a:prstGeom prst="rect">
            <a:avLst/>
          </a:prstGeom>
          <a:solidFill>
            <a:schemeClr val="tx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9231738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7D338C08-B5A9-DA78-1FE4-12BEFEB61B6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6136" t="6121"/>
          <a:stretch/>
        </p:blipFill>
        <p:spPr>
          <a:xfrm rot="16200000" flipH="1" flipV="1">
            <a:off x="7528785" y="-1437953"/>
            <a:ext cx="3225262" cy="6101168"/>
          </a:xfrm>
          <a:prstGeom prst="rect">
            <a:avLst/>
          </a:prstGeom>
        </p:spPr>
      </p:pic>
      <p:sp>
        <p:nvSpPr>
          <p:cNvPr id="6" name="Rectangle 5">
            <a:extLst>
              <a:ext uri="{FF2B5EF4-FFF2-40B4-BE49-F238E27FC236}">
                <a16:creationId xmlns:a16="http://schemas.microsoft.com/office/drawing/2014/main" id="{A6865A83-7754-90AF-ABA5-0759C2C74767}"/>
              </a:ext>
            </a:extLst>
          </p:cNvPr>
          <p:cNvSpPr/>
          <p:nvPr userDrawn="1"/>
        </p:nvSpPr>
        <p:spPr>
          <a:xfrm>
            <a:off x="0" y="0"/>
            <a:ext cx="4790941"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Graphic 6">
            <a:extLst>
              <a:ext uri="{FF2B5EF4-FFF2-40B4-BE49-F238E27FC236}">
                <a16:creationId xmlns:a16="http://schemas.microsoft.com/office/drawing/2014/main" id="{230C4EDD-E959-BB97-7574-864A6EDFD376}"/>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b="32292"/>
          <a:stretch/>
        </p:blipFill>
        <p:spPr>
          <a:xfrm>
            <a:off x="602251" y="4944272"/>
            <a:ext cx="3848748" cy="1913728"/>
          </a:xfrm>
          <a:prstGeom prst="rect">
            <a:avLst/>
          </a:prstGeom>
        </p:spPr>
      </p:pic>
      <p:sp>
        <p:nvSpPr>
          <p:cNvPr id="2" name="Title 1">
            <a:extLst>
              <a:ext uri="{FF2B5EF4-FFF2-40B4-BE49-F238E27FC236}">
                <a16:creationId xmlns:a16="http://schemas.microsoft.com/office/drawing/2014/main" id="{3610998D-17F5-CC68-2E37-9789F050BF62}"/>
              </a:ext>
            </a:extLst>
          </p:cNvPr>
          <p:cNvSpPr>
            <a:spLocks noGrp="1"/>
          </p:cNvSpPr>
          <p:nvPr>
            <p:ph type="title"/>
          </p:nvPr>
        </p:nvSpPr>
        <p:spPr>
          <a:xfrm>
            <a:off x="932688" y="1408176"/>
            <a:ext cx="3392424" cy="4014216"/>
          </a:xfrm>
        </p:spPr>
        <p:txBody>
          <a:bodyPr/>
          <a:lstStyle>
            <a:lvl1pPr>
              <a:defRPr>
                <a:solidFill>
                  <a:schemeClr val="bg1"/>
                </a:solidFill>
              </a:defRPr>
            </a:lvl1pPr>
          </a:lstStyle>
          <a:p>
            <a:r>
              <a:rPr lang="en-US"/>
              <a:t>Click to edit Master title style</a:t>
            </a:r>
          </a:p>
        </p:txBody>
      </p:sp>
      <p:sp>
        <p:nvSpPr>
          <p:cNvPr id="9" name="Content Placeholder 8">
            <a:extLst>
              <a:ext uri="{FF2B5EF4-FFF2-40B4-BE49-F238E27FC236}">
                <a16:creationId xmlns:a16="http://schemas.microsoft.com/office/drawing/2014/main" id="{1DBC944E-6F68-C409-3596-8B6F50E09B9B}"/>
              </a:ext>
            </a:extLst>
          </p:cNvPr>
          <p:cNvSpPr>
            <a:spLocks noGrp="1"/>
          </p:cNvSpPr>
          <p:nvPr>
            <p:ph sz="quarter" idx="12"/>
          </p:nvPr>
        </p:nvSpPr>
        <p:spPr>
          <a:xfrm>
            <a:off x="5724144" y="1536192"/>
            <a:ext cx="5696712" cy="3758184"/>
          </a:xfrm>
        </p:spPr>
        <p:txBody>
          <a:bodyPr/>
          <a:lstStyle>
            <a:lvl1pPr>
              <a:spcAft>
                <a:spcPts val="600"/>
              </a:spcAft>
              <a:buClr>
                <a:schemeClr val="accent2"/>
              </a:buClr>
              <a:defRPr sz="2200"/>
            </a:lvl1pPr>
            <a:lvl2pPr>
              <a:buClr>
                <a:schemeClr val="accent2"/>
              </a:buClr>
              <a:defRPr sz="2000"/>
            </a:lvl2pPr>
            <a:lvl3pPr>
              <a:buClr>
                <a:schemeClr val="accent2"/>
              </a:buClr>
              <a:defRPr sz="1800"/>
            </a:lvl3pPr>
            <a:lvl4pPr>
              <a:buClr>
                <a:schemeClr val="accent2"/>
              </a:buClr>
              <a:defRPr sz="1600"/>
            </a:lvl4pPr>
            <a:lvl5pPr>
              <a:buClr>
                <a:schemeClr val="accent2"/>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03FE570D-F390-097A-83FE-FB9C9CD92EA6}"/>
              </a:ext>
            </a:extLst>
          </p:cNvPr>
          <p:cNvSpPr>
            <a:spLocks noGrp="1"/>
          </p:cNvSpPr>
          <p:nvPr>
            <p:ph type="ftr" sz="quarter" idx="10"/>
          </p:nvPr>
        </p:nvSpPr>
        <p:spPr>
          <a:xfrm>
            <a:off x="5724144" y="6356350"/>
            <a:ext cx="4114800" cy="365125"/>
          </a:xfrm>
        </p:spPr>
        <p:txBody>
          <a:bodyPr/>
          <a:lstStyle/>
          <a:p>
            <a:r>
              <a:rPr lang="en-US" dirty="0"/>
              <a:t>Presentation title</a:t>
            </a:r>
          </a:p>
        </p:txBody>
      </p:sp>
      <p:sp>
        <p:nvSpPr>
          <p:cNvPr id="4" name="Slide Number Placeholder 3">
            <a:extLst>
              <a:ext uri="{FF2B5EF4-FFF2-40B4-BE49-F238E27FC236}">
                <a16:creationId xmlns:a16="http://schemas.microsoft.com/office/drawing/2014/main" id="{3D119F3A-839F-70D5-1136-F47387FBF61F}"/>
              </a:ext>
            </a:extLst>
          </p:cNvPr>
          <p:cNvSpPr>
            <a:spLocks noGrp="1"/>
          </p:cNvSpPr>
          <p:nvPr>
            <p:ph type="sldNum" sz="quarter" idx="11"/>
          </p:nvPr>
        </p:nvSpPr>
        <p:spPr>
          <a:xfrm>
            <a:off x="10635996" y="6356350"/>
            <a:ext cx="784860" cy="365125"/>
          </a:xfrm>
        </p:spPr>
        <p:txBody>
          <a:bodyPr/>
          <a:lstStyle/>
          <a:p>
            <a:fld id="{294A09A9-5501-47C1-A89A-A340965A2BE2}" type="slidenum">
              <a:rPr lang="en-US" smtClean="0"/>
              <a:pPr/>
              <a:t>‹#›</a:t>
            </a:fld>
            <a:endParaRPr lang="en-US" dirty="0"/>
          </a:p>
        </p:txBody>
      </p:sp>
      <p:sp>
        <p:nvSpPr>
          <p:cNvPr id="10" name="Rectangle 9">
            <a:extLst>
              <a:ext uri="{FF2B5EF4-FFF2-40B4-BE49-F238E27FC236}">
                <a16:creationId xmlns:a16="http://schemas.microsoft.com/office/drawing/2014/main" id="{377048F4-9454-D035-3356-DD623DFCEE42}"/>
              </a:ext>
            </a:extLst>
          </p:cNvPr>
          <p:cNvSpPr/>
          <p:nvPr userDrawn="1"/>
        </p:nvSpPr>
        <p:spPr>
          <a:xfrm rot="5400000">
            <a:off x="1361771" y="3406143"/>
            <a:ext cx="6857999" cy="45719"/>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1104209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with Subtitle">
    <p:bg>
      <p:bgPr>
        <a:solidFill>
          <a:schemeClr val="bg1"/>
        </a:solidFill>
        <a:effectLst/>
      </p:bgPr>
    </p:bg>
    <p:spTree>
      <p:nvGrpSpPr>
        <p:cNvPr id="1" name=""/>
        <p:cNvGrpSpPr/>
        <p:nvPr/>
      </p:nvGrpSpPr>
      <p:grpSpPr>
        <a:xfrm>
          <a:off x="0" y="0"/>
          <a:ext cx="0" cy="0"/>
          <a:chOff x="0" y="0"/>
          <a:chExt cx="0" cy="0"/>
        </a:xfrm>
      </p:grpSpPr>
      <p:sp>
        <p:nvSpPr>
          <p:cNvPr id="4" name="Picture Placeholder 4">
            <a:extLst>
              <a:ext uri="{FF2B5EF4-FFF2-40B4-BE49-F238E27FC236}">
                <a16:creationId xmlns:a16="http://schemas.microsoft.com/office/drawing/2014/main" id="{68B802A0-174F-ED42-DB3C-30B25D7D20B7}"/>
              </a:ext>
            </a:extLst>
          </p:cNvPr>
          <p:cNvSpPr>
            <a:spLocks noGrp="1"/>
          </p:cNvSpPr>
          <p:nvPr>
            <p:ph type="pic" sz="quarter" idx="10"/>
          </p:nvPr>
        </p:nvSpPr>
        <p:spPr>
          <a:xfrm>
            <a:off x="0" y="0"/>
            <a:ext cx="12192000" cy="6858000"/>
          </a:xfrm>
          <a:solidFill>
            <a:schemeClr val="tx1">
              <a:lumMod val="50000"/>
              <a:lumOff val="50000"/>
            </a:schemeClr>
          </a:solidFill>
        </p:spPr>
        <p:txBody>
          <a:bodyPr/>
          <a:lstStyle>
            <a:lvl1pPr marL="0" indent="0">
              <a:buNone/>
              <a:defRPr>
                <a:solidFill>
                  <a:schemeClr val="bg1"/>
                </a:solidFill>
              </a:defRPr>
            </a:lvl1pPr>
          </a:lstStyle>
          <a:p>
            <a:r>
              <a:rPr lang="en-US"/>
              <a:t>Click icon to add picture</a:t>
            </a:r>
            <a:endParaRPr lang="en-US" dirty="0"/>
          </a:p>
        </p:txBody>
      </p:sp>
      <p:sp>
        <p:nvSpPr>
          <p:cNvPr id="5" name="Title 1">
            <a:extLst>
              <a:ext uri="{FF2B5EF4-FFF2-40B4-BE49-F238E27FC236}">
                <a16:creationId xmlns:a16="http://schemas.microsoft.com/office/drawing/2014/main" id="{C5682FAF-43FC-D4B4-4D6A-E5D70198C128}"/>
              </a:ext>
            </a:extLst>
          </p:cNvPr>
          <p:cNvSpPr>
            <a:spLocks noGrp="1"/>
          </p:cNvSpPr>
          <p:nvPr>
            <p:ph type="ctrTitle"/>
          </p:nvPr>
        </p:nvSpPr>
        <p:spPr>
          <a:xfrm>
            <a:off x="1527048" y="2276856"/>
            <a:ext cx="9144000" cy="1508760"/>
          </a:xfrm>
          <a:noFill/>
        </p:spPr>
        <p:txBody>
          <a:bodyPr anchor="ctr">
            <a:noAutofit/>
          </a:bodyPr>
          <a:lstStyle>
            <a:lvl1pPr algn="ctr">
              <a:defRPr sz="4800">
                <a:solidFill>
                  <a:schemeClr val="bg1"/>
                </a:solidFill>
              </a:defRPr>
            </a:lvl1pPr>
          </a:lstStyle>
          <a:p>
            <a:r>
              <a:rPr lang="en-US"/>
              <a:t>Click to edit Master title style</a:t>
            </a:r>
            <a:endParaRPr lang="en-US" dirty="0"/>
          </a:p>
        </p:txBody>
      </p:sp>
      <p:sp>
        <p:nvSpPr>
          <p:cNvPr id="2" name="Subtitle 2">
            <a:extLst>
              <a:ext uri="{FF2B5EF4-FFF2-40B4-BE49-F238E27FC236}">
                <a16:creationId xmlns:a16="http://schemas.microsoft.com/office/drawing/2014/main" id="{FB724EDC-0FF4-BC78-C7CF-5B31189CBFC2}"/>
              </a:ext>
            </a:extLst>
          </p:cNvPr>
          <p:cNvSpPr>
            <a:spLocks noGrp="1"/>
          </p:cNvSpPr>
          <p:nvPr>
            <p:ph type="subTitle" idx="1"/>
          </p:nvPr>
        </p:nvSpPr>
        <p:spPr>
          <a:xfrm>
            <a:off x="1527048" y="3858768"/>
            <a:ext cx="9144000" cy="841248"/>
          </a:xfrm>
          <a:noFill/>
        </p:spPr>
        <p:txBody>
          <a:bodyPr anchor="t"/>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1939118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1">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6865A83-7754-90AF-ABA5-0759C2C74767}"/>
              </a:ext>
            </a:extLst>
          </p:cNvPr>
          <p:cNvSpPr/>
          <p:nvPr userDrawn="1"/>
        </p:nvSpPr>
        <p:spPr>
          <a:xfrm>
            <a:off x="-1" y="0"/>
            <a:ext cx="12188952" cy="204825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610998D-17F5-CC68-2E37-9789F050BF62}"/>
              </a:ext>
            </a:extLst>
          </p:cNvPr>
          <p:cNvSpPr>
            <a:spLocks noGrp="1"/>
          </p:cNvSpPr>
          <p:nvPr>
            <p:ph type="title"/>
          </p:nvPr>
        </p:nvSpPr>
        <p:spPr>
          <a:xfrm>
            <a:off x="932688" y="228600"/>
            <a:ext cx="9528048" cy="1600200"/>
          </a:xfrm>
        </p:spPr>
        <p:txBody>
          <a:bodyPr/>
          <a:lstStyle>
            <a:lvl1pPr>
              <a:defRPr>
                <a:solidFill>
                  <a:schemeClr val="bg1"/>
                </a:solidFill>
              </a:defRPr>
            </a:lvl1pPr>
          </a:lstStyle>
          <a:p>
            <a:r>
              <a:rPr lang="en-US"/>
              <a:t>Click to edit Master title style</a:t>
            </a:r>
          </a:p>
        </p:txBody>
      </p:sp>
      <p:sp>
        <p:nvSpPr>
          <p:cNvPr id="9" name="Content Placeholder 8">
            <a:extLst>
              <a:ext uri="{FF2B5EF4-FFF2-40B4-BE49-F238E27FC236}">
                <a16:creationId xmlns:a16="http://schemas.microsoft.com/office/drawing/2014/main" id="{1DBC944E-6F68-C409-3596-8B6F50E09B9B}"/>
              </a:ext>
            </a:extLst>
          </p:cNvPr>
          <p:cNvSpPr>
            <a:spLocks noGrp="1"/>
          </p:cNvSpPr>
          <p:nvPr>
            <p:ph sz="quarter" idx="12"/>
          </p:nvPr>
        </p:nvSpPr>
        <p:spPr>
          <a:xfrm>
            <a:off x="932688" y="2523744"/>
            <a:ext cx="4864608" cy="3694176"/>
          </a:xfrm>
        </p:spPr>
        <p:txBody>
          <a:bodyPr/>
          <a:lstStyle>
            <a:lvl1pPr marL="0" indent="0">
              <a:spcAft>
                <a:spcPts val="0"/>
              </a:spcAft>
              <a:buClr>
                <a:schemeClr val="accent2"/>
              </a:buClr>
              <a:buNone/>
              <a:defRPr sz="2400">
                <a:solidFill>
                  <a:schemeClr val="tx2">
                    <a:lumMod val="25000"/>
                  </a:schemeClr>
                </a:solidFill>
              </a:defRPr>
            </a:lvl1pPr>
            <a:lvl2pPr marL="228600">
              <a:spcBef>
                <a:spcPts val="1000"/>
              </a:spcBef>
              <a:buClr>
                <a:schemeClr val="accent2"/>
              </a:buClr>
              <a:defRPr sz="2400">
                <a:solidFill>
                  <a:schemeClr val="tx2">
                    <a:lumMod val="25000"/>
                  </a:schemeClr>
                </a:solidFill>
              </a:defRPr>
            </a:lvl2pPr>
            <a:lvl3pPr marL="685800">
              <a:buClr>
                <a:schemeClr val="accent2"/>
              </a:buClr>
              <a:defRPr sz="2000">
                <a:solidFill>
                  <a:schemeClr val="tx2">
                    <a:lumMod val="25000"/>
                  </a:schemeClr>
                </a:solidFill>
              </a:defRPr>
            </a:lvl3pPr>
            <a:lvl4pPr marL="1143000">
              <a:buClr>
                <a:schemeClr val="accent2"/>
              </a:buClr>
              <a:defRPr sz="1800">
                <a:solidFill>
                  <a:schemeClr val="tx2">
                    <a:lumMod val="25000"/>
                  </a:schemeClr>
                </a:solidFill>
              </a:defRPr>
            </a:lvl4pPr>
            <a:lvl5pPr marL="1600200">
              <a:buClr>
                <a:schemeClr val="accent2"/>
              </a:buClr>
              <a:defRPr sz="1600">
                <a:solidFill>
                  <a:schemeClr val="tx2">
                    <a:lumMod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8">
            <a:extLst>
              <a:ext uri="{FF2B5EF4-FFF2-40B4-BE49-F238E27FC236}">
                <a16:creationId xmlns:a16="http://schemas.microsoft.com/office/drawing/2014/main" id="{450D1A9C-4404-2909-F0C4-B7571474C940}"/>
              </a:ext>
            </a:extLst>
          </p:cNvPr>
          <p:cNvSpPr>
            <a:spLocks noGrp="1"/>
          </p:cNvSpPr>
          <p:nvPr>
            <p:ph sz="quarter" idx="13"/>
          </p:nvPr>
        </p:nvSpPr>
        <p:spPr>
          <a:xfrm>
            <a:off x="6684264" y="2523744"/>
            <a:ext cx="4864608" cy="3694176"/>
          </a:xfrm>
        </p:spPr>
        <p:txBody>
          <a:bodyPr/>
          <a:lstStyle>
            <a:lvl1pPr marL="0" indent="0">
              <a:spcAft>
                <a:spcPts val="0"/>
              </a:spcAft>
              <a:buClr>
                <a:schemeClr val="accent2"/>
              </a:buClr>
              <a:buNone/>
              <a:defRPr sz="2400">
                <a:solidFill>
                  <a:schemeClr val="tx2">
                    <a:lumMod val="25000"/>
                  </a:schemeClr>
                </a:solidFill>
              </a:defRPr>
            </a:lvl1pPr>
            <a:lvl2pPr marL="228600">
              <a:spcBef>
                <a:spcPts val="1000"/>
              </a:spcBef>
              <a:buClr>
                <a:schemeClr val="accent2"/>
              </a:buClr>
              <a:defRPr sz="2400">
                <a:solidFill>
                  <a:schemeClr val="tx2">
                    <a:lumMod val="25000"/>
                  </a:schemeClr>
                </a:solidFill>
              </a:defRPr>
            </a:lvl2pPr>
            <a:lvl3pPr marL="685800">
              <a:buClr>
                <a:schemeClr val="accent2"/>
              </a:buClr>
              <a:defRPr sz="2000">
                <a:solidFill>
                  <a:schemeClr val="tx2">
                    <a:lumMod val="25000"/>
                  </a:schemeClr>
                </a:solidFill>
              </a:defRPr>
            </a:lvl3pPr>
            <a:lvl4pPr marL="1143000">
              <a:buClr>
                <a:schemeClr val="accent2"/>
              </a:buClr>
              <a:defRPr sz="1800">
                <a:solidFill>
                  <a:schemeClr val="tx2">
                    <a:lumMod val="25000"/>
                  </a:schemeClr>
                </a:solidFill>
              </a:defRPr>
            </a:lvl4pPr>
            <a:lvl5pPr marL="1600200">
              <a:buClr>
                <a:schemeClr val="accent2"/>
              </a:buClr>
              <a:defRPr sz="1600">
                <a:solidFill>
                  <a:schemeClr val="tx2">
                    <a:lumMod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03FE570D-F390-097A-83FE-FB9C9CD92EA6}"/>
              </a:ext>
            </a:extLst>
          </p:cNvPr>
          <p:cNvSpPr>
            <a:spLocks noGrp="1"/>
          </p:cNvSpPr>
          <p:nvPr>
            <p:ph type="ftr" sz="quarter" idx="10"/>
          </p:nvPr>
        </p:nvSpPr>
        <p:spPr>
          <a:xfrm>
            <a:off x="932688" y="6356350"/>
            <a:ext cx="4114800" cy="365125"/>
          </a:xfrm>
        </p:spPr>
        <p:txBody>
          <a:bodyPr/>
          <a:lstStyle/>
          <a:p>
            <a:r>
              <a:rPr lang="en-US" dirty="0"/>
              <a:t>Presentation title</a:t>
            </a:r>
          </a:p>
        </p:txBody>
      </p:sp>
      <p:sp>
        <p:nvSpPr>
          <p:cNvPr id="4" name="Slide Number Placeholder 3">
            <a:extLst>
              <a:ext uri="{FF2B5EF4-FFF2-40B4-BE49-F238E27FC236}">
                <a16:creationId xmlns:a16="http://schemas.microsoft.com/office/drawing/2014/main" id="{3D119F3A-839F-70D5-1136-F47387FBF61F}"/>
              </a:ext>
            </a:extLst>
          </p:cNvPr>
          <p:cNvSpPr>
            <a:spLocks noGrp="1"/>
          </p:cNvSpPr>
          <p:nvPr>
            <p:ph type="sldNum" sz="quarter" idx="11"/>
          </p:nvPr>
        </p:nvSpPr>
        <p:spPr>
          <a:xfrm>
            <a:off x="10635996" y="6356350"/>
            <a:ext cx="784860" cy="365125"/>
          </a:xfrm>
        </p:spPr>
        <p:txBody>
          <a:bodyPr/>
          <a:lstStyle/>
          <a:p>
            <a:fld id="{294A09A9-5501-47C1-A89A-A340965A2BE2}" type="slidenum">
              <a:rPr lang="en-US" smtClean="0"/>
              <a:pPr/>
              <a:t>‹#›</a:t>
            </a:fld>
            <a:endParaRPr lang="en-US" dirty="0"/>
          </a:p>
        </p:txBody>
      </p:sp>
      <p:pic>
        <p:nvPicPr>
          <p:cNvPr id="8" name="Graphic 7">
            <a:extLst>
              <a:ext uri="{FF2B5EF4-FFF2-40B4-BE49-F238E27FC236}">
                <a16:creationId xmlns:a16="http://schemas.microsoft.com/office/drawing/2014/main" id="{D1885D14-9B48-E0B1-43FF-B19F5005FDA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b="32292"/>
          <a:stretch/>
        </p:blipFill>
        <p:spPr>
          <a:xfrm>
            <a:off x="8472405" y="132047"/>
            <a:ext cx="3848748" cy="1913728"/>
          </a:xfrm>
          <a:prstGeom prst="rect">
            <a:avLst/>
          </a:prstGeom>
        </p:spPr>
      </p:pic>
      <p:sp>
        <p:nvSpPr>
          <p:cNvPr id="10" name="Rectangle 9">
            <a:extLst>
              <a:ext uri="{FF2B5EF4-FFF2-40B4-BE49-F238E27FC236}">
                <a16:creationId xmlns:a16="http://schemas.microsoft.com/office/drawing/2014/main" id="{CD7ECFC8-50F2-4F2A-960A-F4F79E198620}"/>
              </a:ext>
            </a:extLst>
          </p:cNvPr>
          <p:cNvSpPr/>
          <p:nvPr userDrawn="1"/>
        </p:nvSpPr>
        <p:spPr>
          <a:xfrm>
            <a:off x="0" y="2022420"/>
            <a:ext cx="12192000" cy="45719"/>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0680989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B7F52C37-6A33-FD57-31EC-516F581DF133}"/>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7420" b="36176"/>
          <a:stretch/>
        </p:blipFill>
        <p:spPr>
          <a:xfrm>
            <a:off x="0" y="2510651"/>
            <a:ext cx="2841744" cy="4347350"/>
          </a:xfrm>
          <a:prstGeom prst="rect">
            <a:avLst/>
          </a:prstGeom>
        </p:spPr>
      </p:pic>
      <p:sp>
        <p:nvSpPr>
          <p:cNvPr id="6" name="Rectangle 5">
            <a:extLst>
              <a:ext uri="{FF2B5EF4-FFF2-40B4-BE49-F238E27FC236}">
                <a16:creationId xmlns:a16="http://schemas.microsoft.com/office/drawing/2014/main" id="{A6865A83-7754-90AF-ABA5-0759C2C74767}"/>
              </a:ext>
            </a:extLst>
          </p:cNvPr>
          <p:cNvSpPr/>
          <p:nvPr userDrawn="1"/>
        </p:nvSpPr>
        <p:spPr>
          <a:xfrm>
            <a:off x="7397496" y="0"/>
            <a:ext cx="4790941"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610998D-17F5-CC68-2E37-9789F050BF62}"/>
              </a:ext>
            </a:extLst>
          </p:cNvPr>
          <p:cNvSpPr>
            <a:spLocks noGrp="1"/>
          </p:cNvSpPr>
          <p:nvPr>
            <p:ph type="title"/>
          </p:nvPr>
        </p:nvSpPr>
        <p:spPr>
          <a:xfrm>
            <a:off x="8101584" y="1408176"/>
            <a:ext cx="3392424" cy="4014216"/>
          </a:xfrm>
        </p:spPr>
        <p:txBody>
          <a:bodyPr/>
          <a:lstStyle>
            <a:lvl1pPr>
              <a:defRPr>
                <a:solidFill>
                  <a:schemeClr val="bg1"/>
                </a:solidFill>
              </a:defRPr>
            </a:lvl1pPr>
          </a:lstStyle>
          <a:p>
            <a:r>
              <a:rPr lang="en-US"/>
              <a:t>Click to edit Master title style</a:t>
            </a:r>
            <a:endParaRPr lang="en-US" dirty="0"/>
          </a:p>
        </p:txBody>
      </p:sp>
      <p:sp>
        <p:nvSpPr>
          <p:cNvPr id="9" name="Content Placeholder 8">
            <a:extLst>
              <a:ext uri="{FF2B5EF4-FFF2-40B4-BE49-F238E27FC236}">
                <a16:creationId xmlns:a16="http://schemas.microsoft.com/office/drawing/2014/main" id="{1DBC944E-6F68-C409-3596-8B6F50E09B9B}"/>
              </a:ext>
            </a:extLst>
          </p:cNvPr>
          <p:cNvSpPr>
            <a:spLocks noGrp="1"/>
          </p:cNvSpPr>
          <p:nvPr>
            <p:ph sz="quarter" idx="12"/>
          </p:nvPr>
        </p:nvSpPr>
        <p:spPr>
          <a:xfrm>
            <a:off x="932688" y="685800"/>
            <a:ext cx="5276088" cy="1563624"/>
          </a:xfrm>
        </p:spPr>
        <p:txBody>
          <a:bodyPr>
            <a:noAutofit/>
          </a:bodyPr>
          <a:lstStyle>
            <a:lvl1pPr marL="457200" indent="-457200">
              <a:lnSpc>
                <a:spcPct val="100000"/>
              </a:lnSpc>
              <a:spcBef>
                <a:spcPts val="1000"/>
              </a:spcBef>
              <a:spcAft>
                <a:spcPts val="0"/>
              </a:spcAft>
              <a:buClr>
                <a:schemeClr val="accent2"/>
              </a:buClr>
              <a:buFont typeface="+mj-lt"/>
              <a:buAutoNum type="arabicPeriod"/>
              <a:defRPr sz="2400">
                <a:solidFill>
                  <a:schemeClr val="tx2">
                    <a:lumMod val="25000"/>
                  </a:schemeClr>
                </a:solidFill>
              </a:defRPr>
            </a:lvl1pPr>
            <a:lvl2pPr marL="914400" indent="-457200">
              <a:buClr>
                <a:schemeClr val="accent2"/>
              </a:buClr>
              <a:buFont typeface="+mj-lt"/>
              <a:buAutoNum type="alphaLcPeriod"/>
              <a:defRPr sz="2400">
                <a:solidFill>
                  <a:schemeClr val="tx2">
                    <a:lumMod val="25000"/>
                  </a:schemeClr>
                </a:solidFill>
              </a:defRPr>
            </a:lvl2pPr>
            <a:lvl3pPr marL="1371600" indent="-457200">
              <a:buClr>
                <a:schemeClr val="accent2"/>
              </a:buClr>
              <a:buFont typeface="+mj-lt"/>
              <a:buAutoNum type="romanLcPeriod"/>
              <a:defRPr sz="2000">
                <a:solidFill>
                  <a:schemeClr val="tx2">
                    <a:lumMod val="25000"/>
                  </a:schemeClr>
                </a:solidFill>
              </a:defRPr>
            </a:lvl3pPr>
            <a:lvl4pPr marL="1714500" indent="-342900">
              <a:buClr>
                <a:schemeClr val="accent2"/>
              </a:buClr>
              <a:buFont typeface="+mj-lt"/>
              <a:buAutoNum type="arabicParenR"/>
              <a:defRPr sz="1800">
                <a:solidFill>
                  <a:schemeClr val="tx2">
                    <a:lumMod val="25000"/>
                  </a:schemeClr>
                </a:solidFill>
              </a:defRPr>
            </a:lvl4pPr>
            <a:lvl5pPr marL="2171700" indent="-342900">
              <a:buClr>
                <a:schemeClr val="accent2"/>
              </a:buClr>
              <a:buFont typeface="+mj-lt"/>
              <a:buAutoNum type="alphaLcParenR"/>
              <a:defRPr sz="1600">
                <a:solidFill>
                  <a:schemeClr val="tx2">
                    <a:lumMod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8">
            <a:extLst>
              <a:ext uri="{FF2B5EF4-FFF2-40B4-BE49-F238E27FC236}">
                <a16:creationId xmlns:a16="http://schemas.microsoft.com/office/drawing/2014/main" id="{EC526101-2775-A309-0B4A-DB278C3974D2}"/>
              </a:ext>
            </a:extLst>
          </p:cNvPr>
          <p:cNvSpPr>
            <a:spLocks noGrp="1"/>
          </p:cNvSpPr>
          <p:nvPr>
            <p:ph sz="quarter" idx="13"/>
          </p:nvPr>
        </p:nvSpPr>
        <p:spPr>
          <a:xfrm>
            <a:off x="932688" y="2697480"/>
            <a:ext cx="5276088" cy="3483864"/>
          </a:xfrm>
        </p:spPr>
        <p:txBody>
          <a:bodyPr/>
          <a:lstStyle>
            <a:lvl1pPr marL="0" indent="0">
              <a:spcAft>
                <a:spcPts val="0"/>
              </a:spcAft>
              <a:buClr>
                <a:schemeClr val="accent2"/>
              </a:buClr>
              <a:buNone/>
              <a:defRPr sz="2400">
                <a:solidFill>
                  <a:schemeClr val="tx2">
                    <a:lumMod val="25000"/>
                  </a:schemeClr>
                </a:solidFill>
              </a:defRPr>
            </a:lvl1pPr>
            <a:lvl2pPr marL="228600">
              <a:spcBef>
                <a:spcPts val="1000"/>
              </a:spcBef>
              <a:buClr>
                <a:schemeClr val="accent2"/>
              </a:buClr>
              <a:defRPr sz="2400">
                <a:solidFill>
                  <a:schemeClr val="tx2">
                    <a:lumMod val="25000"/>
                  </a:schemeClr>
                </a:solidFill>
              </a:defRPr>
            </a:lvl2pPr>
            <a:lvl3pPr marL="685800">
              <a:buClr>
                <a:schemeClr val="accent2"/>
              </a:buClr>
              <a:defRPr sz="1800">
                <a:solidFill>
                  <a:schemeClr val="tx2">
                    <a:lumMod val="25000"/>
                  </a:schemeClr>
                </a:solidFill>
              </a:defRPr>
            </a:lvl3pPr>
            <a:lvl4pPr marL="1143000">
              <a:buClr>
                <a:schemeClr val="accent2"/>
              </a:buClr>
              <a:defRPr sz="1600">
                <a:solidFill>
                  <a:schemeClr val="tx2">
                    <a:lumMod val="25000"/>
                  </a:schemeClr>
                </a:solidFill>
              </a:defRPr>
            </a:lvl4pPr>
            <a:lvl5pPr marL="1600200">
              <a:buClr>
                <a:schemeClr val="accent2"/>
              </a:buClr>
              <a:defRPr sz="1400">
                <a:solidFill>
                  <a:schemeClr val="tx2">
                    <a:lumMod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03FE570D-F390-097A-83FE-FB9C9CD92EA6}"/>
              </a:ext>
            </a:extLst>
          </p:cNvPr>
          <p:cNvSpPr>
            <a:spLocks noGrp="1"/>
          </p:cNvSpPr>
          <p:nvPr>
            <p:ph type="ftr" sz="quarter" idx="10"/>
          </p:nvPr>
        </p:nvSpPr>
        <p:spPr>
          <a:xfrm>
            <a:off x="932688" y="6356350"/>
            <a:ext cx="4114800" cy="365125"/>
          </a:xfrm>
        </p:spPr>
        <p:txBody>
          <a:bodyPr/>
          <a:lstStyle/>
          <a:p>
            <a:r>
              <a:rPr lang="en-US" dirty="0"/>
              <a:t>Presentation title</a:t>
            </a:r>
          </a:p>
        </p:txBody>
      </p:sp>
      <p:sp>
        <p:nvSpPr>
          <p:cNvPr id="4" name="Slide Number Placeholder 3">
            <a:extLst>
              <a:ext uri="{FF2B5EF4-FFF2-40B4-BE49-F238E27FC236}">
                <a16:creationId xmlns:a16="http://schemas.microsoft.com/office/drawing/2014/main" id="{3D119F3A-839F-70D5-1136-F47387FBF61F}"/>
              </a:ext>
            </a:extLst>
          </p:cNvPr>
          <p:cNvSpPr>
            <a:spLocks noGrp="1"/>
          </p:cNvSpPr>
          <p:nvPr>
            <p:ph type="sldNum" sz="quarter" idx="11"/>
          </p:nvPr>
        </p:nvSpPr>
        <p:spPr>
          <a:xfrm>
            <a:off x="10635996" y="6356350"/>
            <a:ext cx="784860" cy="365125"/>
          </a:xfrm>
        </p:spPr>
        <p:txBody>
          <a:bodyPr/>
          <a:lstStyle>
            <a:lvl1pPr>
              <a:defRPr>
                <a:solidFill>
                  <a:schemeClr val="bg1"/>
                </a:solidFill>
              </a:defRPr>
            </a:lvl1pPr>
          </a:lstStyle>
          <a:p>
            <a:fld id="{294A09A9-5501-47C1-A89A-A340965A2BE2}" type="slidenum">
              <a:rPr lang="en-US" smtClean="0"/>
              <a:pPr/>
              <a:t>‹#›</a:t>
            </a:fld>
            <a:endParaRPr lang="en-US" dirty="0"/>
          </a:p>
        </p:txBody>
      </p:sp>
      <p:pic>
        <p:nvPicPr>
          <p:cNvPr id="12" name="Graphic 11">
            <a:extLst>
              <a:ext uri="{FF2B5EF4-FFF2-40B4-BE49-F238E27FC236}">
                <a16:creationId xmlns:a16="http://schemas.microsoft.com/office/drawing/2014/main" id="{45719EF3-43BC-5F74-7396-273F72ED3CBC}"/>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b="32292"/>
          <a:stretch/>
        </p:blipFill>
        <p:spPr>
          <a:xfrm>
            <a:off x="8001534" y="4944272"/>
            <a:ext cx="3848748" cy="1913728"/>
          </a:xfrm>
          <a:prstGeom prst="rect">
            <a:avLst/>
          </a:prstGeom>
        </p:spPr>
      </p:pic>
      <p:sp>
        <p:nvSpPr>
          <p:cNvPr id="13" name="Rectangle 12">
            <a:extLst>
              <a:ext uri="{FF2B5EF4-FFF2-40B4-BE49-F238E27FC236}">
                <a16:creationId xmlns:a16="http://schemas.microsoft.com/office/drawing/2014/main" id="{137D205C-32E5-5A54-8D89-CB56198B06E5}"/>
              </a:ext>
            </a:extLst>
          </p:cNvPr>
          <p:cNvSpPr/>
          <p:nvPr userDrawn="1"/>
        </p:nvSpPr>
        <p:spPr>
          <a:xfrm rot="5400000">
            <a:off x="3949200" y="3406143"/>
            <a:ext cx="6857999" cy="45719"/>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2871824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516D97AE-EB24-C3DA-21A1-E8EE4631ACE0}"/>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2118" r="47395" b="22709"/>
          <a:stretch/>
        </p:blipFill>
        <p:spPr>
          <a:xfrm flipH="1">
            <a:off x="4448831" y="805912"/>
            <a:ext cx="1464735" cy="4961437"/>
          </a:xfrm>
          <a:prstGeom prst="rect">
            <a:avLst/>
          </a:prstGeom>
        </p:spPr>
      </p:pic>
      <p:sp>
        <p:nvSpPr>
          <p:cNvPr id="10" name="Rectangle 9">
            <a:extLst>
              <a:ext uri="{FF2B5EF4-FFF2-40B4-BE49-F238E27FC236}">
                <a16:creationId xmlns:a16="http://schemas.microsoft.com/office/drawing/2014/main" id="{5CBF43B9-3946-05E6-521F-EE4BB59B49D0}"/>
              </a:ext>
            </a:extLst>
          </p:cNvPr>
          <p:cNvSpPr/>
          <p:nvPr userDrawn="1"/>
        </p:nvSpPr>
        <p:spPr>
          <a:xfrm>
            <a:off x="4434840" y="0"/>
            <a:ext cx="45719" cy="6858000"/>
          </a:xfrm>
          <a:prstGeom prst="rect">
            <a:avLst/>
          </a:prstGeom>
          <a:solidFill>
            <a:schemeClr val="tx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itle 1">
            <a:extLst>
              <a:ext uri="{FF2B5EF4-FFF2-40B4-BE49-F238E27FC236}">
                <a16:creationId xmlns:a16="http://schemas.microsoft.com/office/drawing/2014/main" id="{E14DEF57-E0D6-D7CA-5D3C-FC97EAB0620A}"/>
              </a:ext>
            </a:extLst>
          </p:cNvPr>
          <p:cNvSpPr>
            <a:spLocks noGrp="1"/>
          </p:cNvSpPr>
          <p:nvPr>
            <p:ph type="title"/>
          </p:nvPr>
        </p:nvSpPr>
        <p:spPr>
          <a:xfrm>
            <a:off x="5193792" y="557784"/>
            <a:ext cx="6419088" cy="1929384"/>
          </a:xfrm>
        </p:spPr>
        <p:txBody>
          <a:bodyPr anchor="b">
            <a:normAutofit/>
          </a:bodyPr>
          <a:lstStyle>
            <a:lvl1pPr algn="ctr">
              <a:defRPr sz="4400"/>
            </a:lvl1pPr>
          </a:lstStyle>
          <a:p>
            <a:r>
              <a:rPr lang="en-US"/>
              <a:t>Click to edit Master title style</a:t>
            </a:r>
            <a:endParaRPr lang="en-US" dirty="0"/>
          </a:p>
        </p:txBody>
      </p:sp>
      <p:sp>
        <p:nvSpPr>
          <p:cNvPr id="8" name="Picture Placeholder 6">
            <a:extLst>
              <a:ext uri="{FF2B5EF4-FFF2-40B4-BE49-F238E27FC236}">
                <a16:creationId xmlns:a16="http://schemas.microsoft.com/office/drawing/2014/main" id="{930B4666-31C5-1F2B-27D9-2A9F6EC970DD}"/>
              </a:ext>
            </a:extLst>
          </p:cNvPr>
          <p:cNvSpPr>
            <a:spLocks noGrp="1"/>
          </p:cNvSpPr>
          <p:nvPr>
            <p:ph type="pic" sz="quarter" idx="13"/>
          </p:nvPr>
        </p:nvSpPr>
        <p:spPr>
          <a:xfrm>
            <a:off x="0" y="0"/>
            <a:ext cx="4434464" cy="6858000"/>
          </a:xfrm>
        </p:spPr>
        <p:txBody>
          <a:bodyPr/>
          <a:lstStyle>
            <a:lvl1pPr marL="0" indent="0">
              <a:buNone/>
              <a:defRPr/>
            </a:lvl1pPr>
          </a:lstStyle>
          <a:p>
            <a:r>
              <a:rPr lang="en-US"/>
              <a:t>Click icon to add picture</a:t>
            </a:r>
            <a:endParaRPr lang="en-US" dirty="0"/>
          </a:p>
        </p:txBody>
      </p:sp>
      <p:sp>
        <p:nvSpPr>
          <p:cNvPr id="9" name="Content Placeholder 8">
            <a:extLst>
              <a:ext uri="{FF2B5EF4-FFF2-40B4-BE49-F238E27FC236}">
                <a16:creationId xmlns:a16="http://schemas.microsoft.com/office/drawing/2014/main" id="{1DBC944E-6F68-C409-3596-8B6F50E09B9B}"/>
              </a:ext>
            </a:extLst>
          </p:cNvPr>
          <p:cNvSpPr>
            <a:spLocks noGrp="1"/>
          </p:cNvSpPr>
          <p:nvPr>
            <p:ph sz="quarter" idx="12"/>
          </p:nvPr>
        </p:nvSpPr>
        <p:spPr>
          <a:xfrm>
            <a:off x="5193792" y="3328416"/>
            <a:ext cx="6419088" cy="2441448"/>
          </a:xfrm>
        </p:spPr>
        <p:txBody>
          <a:bodyPr/>
          <a:lstStyle>
            <a:lvl1pPr marL="0" indent="0" algn="ctr">
              <a:lnSpc>
                <a:spcPct val="90000"/>
              </a:lnSpc>
              <a:spcAft>
                <a:spcPts val="1200"/>
              </a:spcAft>
              <a:buClr>
                <a:schemeClr val="accent2"/>
              </a:buClr>
              <a:buNone/>
              <a:defRPr sz="2400">
                <a:solidFill>
                  <a:schemeClr val="tx2">
                    <a:lumMod val="25000"/>
                  </a:schemeClr>
                </a:solidFill>
              </a:defRPr>
            </a:lvl1pPr>
            <a:lvl2pPr algn="ctr">
              <a:buClr>
                <a:schemeClr val="accent2"/>
              </a:buClr>
              <a:defRPr sz="2000">
                <a:solidFill>
                  <a:schemeClr val="tx2">
                    <a:lumMod val="25000"/>
                  </a:schemeClr>
                </a:solidFill>
              </a:defRPr>
            </a:lvl2pPr>
            <a:lvl3pPr algn="ctr">
              <a:buClr>
                <a:schemeClr val="accent2"/>
              </a:buClr>
              <a:defRPr sz="1800">
                <a:solidFill>
                  <a:schemeClr val="tx2">
                    <a:lumMod val="25000"/>
                  </a:schemeClr>
                </a:solidFill>
              </a:defRPr>
            </a:lvl3pPr>
            <a:lvl4pPr algn="ctr">
              <a:buClr>
                <a:schemeClr val="accent2"/>
              </a:buClr>
              <a:defRPr sz="1600">
                <a:solidFill>
                  <a:schemeClr val="tx2">
                    <a:lumMod val="25000"/>
                  </a:schemeClr>
                </a:solidFill>
              </a:defRPr>
            </a:lvl4pPr>
            <a:lvl5pPr algn="ctr">
              <a:buClr>
                <a:schemeClr val="accent2"/>
              </a:buClr>
              <a:defRPr sz="1400">
                <a:solidFill>
                  <a:schemeClr val="tx2">
                    <a:lumMod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03FE570D-F390-097A-83FE-FB9C9CD92EA6}"/>
              </a:ext>
            </a:extLst>
          </p:cNvPr>
          <p:cNvSpPr>
            <a:spLocks noGrp="1"/>
          </p:cNvSpPr>
          <p:nvPr>
            <p:ph type="ftr" sz="quarter" idx="10"/>
          </p:nvPr>
        </p:nvSpPr>
        <p:spPr>
          <a:xfrm>
            <a:off x="5193792" y="6356350"/>
            <a:ext cx="4114800" cy="365125"/>
          </a:xfrm>
        </p:spPr>
        <p:txBody>
          <a:bodyPr/>
          <a:lstStyle/>
          <a:p>
            <a:r>
              <a:rPr lang="en-US" dirty="0"/>
              <a:t>Presentation title</a:t>
            </a:r>
          </a:p>
        </p:txBody>
      </p:sp>
      <p:sp>
        <p:nvSpPr>
          <p:cNvPr id="4" name="Slide Number Placeholder 3">
            <a:extLst>
              <a:ext uri="{FF2B5EF4-FFF2-40B4-BE49-F238E27FC236}">
                <a16:creationId xmlns:a16="http://schemas.microsoft.com/office/drawing/2014/main" id="{3D119F3A-839F-70D5-1136-F47387FBF61F}"/>
              </a:ext>
            </a:extLst>
          </p:cNvPr>
          <p:cNvSpPr>
            <a:spLocks noGrp="1"/>
          </p:cNvSpPr>
          <p:nvPr>
            <p:ph type="sldNum" sz="quarter" idx="11"/>
          </p:nvPr>
        </p:nvSpPr>
        <p:spPr>
          <a:xfrm>
            <a:off x="10635996" y="6356350"/>
            <a:ext cx="784860" cy="365125"/>
          </a:xfrm>
        </p:spPr>
        <p:txBody>
          <a:bodyPr/>
          <a:lstStyle/>
          <a:p>
            <a:fld id="{294A09A9-5501-47C1-A89A-A340965A2BE2}" type="slidenum">
              <a:rPr lang="en-US" smtClean="0"/>
              <a:pPr/>
              <a:t>‹#›</a:t>
            </a:fld>
            <a:endParaRPr lang="en-US" dirty="0"/>
          </a:p>
        </p:txBody>
      </p:sp>
      <p:cxnSp>
        <p:nvCxnSpPr>
          <p:cNvPr id="13" name="Straight Connector 12">
            <a:extLst>
              <a:ext uri="{FF2B5EF4-FFF2-40B4-BE49-F238E27FC236}">
                <a16:creationId xmlns:a16="http://schemas.microsoft.com/office/drawing/2014/main" id="{689EEBF9-800C-88AE-FE83-60B5F47AFC14}"/>
              </a:ext>
            </a:extLst>
          </p:cNvPr>
          <p:cNvCxnSpPr>
            <a:cxnSpLocks/>
          </p:cNvCxnSpPr>
          <p:nvPr userDrawn="1"/>
        </p:nvCxnSpPr>
        <p:spPr>
          <a:xfrm>
            <a:off x="6174481" y="2843389"/>
            <a:ext cx="4376421"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pic>
        <p:nvPicPr>
          <p:cNvPr id="14" name="Picture 13" descr="A picture containing text&#10;&#10;Description automatically generated">
            <a:extLst>
              <a:ext uri="{FF2B5EF4-FFF2-40B4-BE49-F238E27FC236}">
                <a16:creationId xmlns:a16="http://schemas.microsoft.com/office/drawing/2014/main" id="{301D77B6-9ED1-094C-66A3-7D5AB0CDEA47}"/>
              </a:ext>
            </a:extLst>
          </p:cNvPr>
          <p:cNvPicPr>
            <a:picLocks noChangeAspect="1"/>
          </p:cNvPicPr>
          <p:nvPr userDrawn="1"/>
        </p:nvPicPr>
        <p:blipFill>
          <a:blip r:embed="rId4" cstate="screen">
            <a:extLst>
              <a:ext uri="{BEBA8EAE-BF5A-486C-A8C5-ECC9F3942E4B}">
                <a14:imgProps xmlns:a14="http://schemas.microsoft.com/office/drawing/2010/main">
                  <a14:imgLayer r:embed="rId5">
                    <a14:imgEffect>
                      <a14:saturation sat="35000"/>
                    </a14:imgEffect>
                  </a14:imgLayer>
                </a14:imgProps>
              </a:ext>
              <a:ext uri="{28A0092B-C50C-407E-A947-70E740481C1C}">
                <a14:useLocalDpi xmlns:a14="http://schemas.microsoft.com/office/drawing/2010/main"/>
              </a:ext>
            </a:extLst>
          </a:blip>
          <a:stretch>
            <a:fillRect/>
          </a:stretch>
        </p:blipFill>
        <p:spPr>
          <a:xfrm>
            <a:off x="7914042" y="2702904"/>
            <a:ext cx="972078" cy="285381"/>
          </a:xfrm>
          <a:prstGeom prst="rect">
            <a:avLst/>
          </a:prstGeom>
        </p:spPr>
      </p:pic>
    </p:spTree>
    <p:extLst>
      <p:ext uri="{BB962C8B-B14F-4D97-AF65-F5344CB8AC3E}">
        <p14:creationId xmlns:p14="http://schemas.microsoft.com/office/powerpoint/2010/main" val="19426491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2">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6865A83-7754-90AF-ABA5-0759C2C74767}"/>
              </a:ext>
            </a:extLst>
          </p:cNvPr>
          <p:cNvSpPr/>
          <p:nvPr userDrawn="1"/>
        </p:nvSpPr>
        <p:spPr>
          <a:xfrm>
            <a:off x="-1" y="0"/>
            <a:ext cx="12188952" cy="204825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610998D-17F5-CC68-2E37-9789F050BF62}"/>
              </a:ext>
            </a:extLst>
          </p:cNvPr>
          <p:cNvSpPr>
            <a:spLocks noGrp="1"/>
          </p:cNvSpPr>
          <p:nvPr>
            <p:ph type="title"/>
          </p:nvPr>
        </p:nvSpPr>
        <p:spPr>
          <a:xfrm>
            <a:off x="932688" y="228600"/>
            <a:ext cx="9528048" cy="1600200"/>
          </a:xfrm>
        </p:spPr>
        <p:txBody>
          <a:bodyPr/>
          <a:lstStyle>
            <a:lvl1pPr>
              <a:defRPr>
                <a:solidFill>
                  <a:schemeClr val="bg1"/>
                </a:solidFill>
              </a:defRPr>
            </a:lvl1pPr>
          </a:lstStyle>
          <a:p>
            <a:r>
              <a:rPr lang="en-US"/>
              <a:t>Click to edit Master title style</a:t>
            </a:r>
          </a:p>
        </p:txBody>
      </p:sp>
      <p:sp>
        <p:nvSpPr>
          <p:cNvPr id="9" name="Content Placeholder 8">
            <a:extLst>
              <a:ext uri="{FF2B5EF4-FFF2-40B4-BE49-F238E27FC236}">
                <a16:creationId xmlns:a16="http://schemas.microsoft.com/office/drawing/2014/main" id="{1DBC944E-6F68-C409-3596-8B6F50E09B9B}"/>
              </a:ext>
            </a:extLst>
          </p:cNvPr>
          <p:cNvSpPr>
            <a:spLocks noGrp="1"/>
          </p:cNvSpPr>
          <p:nvPr>
            <p:ph sz="quarter" idx="12"/>
          </p:nvPr>
        </p:nvSpPr>
        <p:spPr>
          <a:xfrm>
            <a:off x="932688" y="2770632"/>
            <a:ext cx="2487168" cy="3502152"/>
          </a:xfrm>
        </p:spPr>
        <p:txBody>
          <a:bodyPr lIns="91440" rIns="91440"/>
          <a:lstStyle>
            <a:lvl1pPr marL="0" indent="0">
              <a:spcAft>
                <a:spcPts val="1200"/>
              </a:spcAft>
              <a:buClr>
                <a:schemeClr val="accent2"/>
              </a:buClr>
              <a:buNone/>
              <a:defRPr sz="2400">
                <a:solidFill>
                  <a:schemeClr val="tx2">
                    <a:lumMod val="25000"/>
                  </a:schemeClr>
                </a:solidFill>
              </a:defRPr>
            </a:lvl1pPr>
            <a:lvl2pPr marL="228600">
              <a:spcBef>
                <a:spcPts val="1000"/>
              </a:spcBef>
              <a:buClr>
                <a:schemeClr val="accent2"/>
              </a:buClr>
              <a:defRPr sz="2400">
                <a:solidFill>
                  <a:schemeClr val="tx2">
                    <a:lumMod val="25000"/>
                  </a:schemeClr>
                </a:solidFill>
              </a:defRPr>
            </a:lvl2pPr>
            <a:lvl3pPr marL="685800">
              <a:buClr>
                <a:schemeClr val="accent2"/>
              </a:buClr>
              <a:defRPr sz="2000">
                <a:solidFill>
                  <a:schemeClr val="tx2">
                    <a:lumMod val="25000"/>
                  </a:schemeClr>
                </a:solidFill>
              </a:defRPr>
            </a:lvl3pPr>
            <a:lvl4pPr marL="1143000">
              <a:buClr>
                <a:schemeClr val="accent2"/>
              </a:buClr>
              <a:defRPr sz="1800">
                <a:solidFill>
                  <a:schemeClr val="tx2">
                    <a:lumMod val="25000"/>
                  </a:schemeClr>
                </a:solidFill>
              </a:defRPr>
            </a:lvl4pPr>
            <a:lvl5pPr marL="1600200">
              <a:buClr>
                <a:schemeClr val="accent2"/>
              </a:buClr>
              <a:defRPr sz="1600">
                <a:solidFill>
                  <a:schemeClr val="tx2">
                    <a:lumMod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8">
            <a:extLst>
              <a:ext uri="{FF2B5EF4-FFF2-40B4-BE49-F238E27FC236}">
                <a16:creationId xmlns:a16="http://schemas.microsoft.com/office/drawing/2014/main" id="{450D1A9C-4404-2909-F0C4-B7571474C940}"/>
              </a:ext>
            </a:extLst>
          </p:cNvPr>
          <p:cNvSpPr>
            <a:spLocks noGrp="1"/>
          </p:cNvSpPr>
          <p:nvPr>
            <p:ph sz="quarter" idx="13"/>
          </p:nvPr>
        </p:nvSpPr>
        <p:spPr>
          <a:xfrm>
            <a:off x="3785616" y="2770632"/>
            <a:ext cx="7571232" cy="3392424"/>
          </a:xfrm>
        </p:spPr>
        <p:txBody>
          <a:bodyPr/>
          <a:lstStyle>
            <a:lvl1pPr marL="0" indent="0">
              <a:spcAft>
                <a:spcPts val="0"/>
              </a:spcAft>
              <a:buClr>
                <a:schemeClr val="accent2"/>
              </a:buClr>
              <a:buNone/>
              <a:defRPr sz="2400">
                <a:solidFill>
                  <a:schemeClr val="tx2">
                    <a:lumMod val="25000"/>
                  </a:schemeClr>
                </a:solidFill>
              </a:defRPr>
            </a:lvl1pPr>
            <a:lvl2pPr marL="228600">
              <a:spcBef>
                <a:spcPts val="1000"/>
              </a:spcBef>
              <a:buClr>
                <a:schemeClr val="accent2"/>
              </a:buClr>
              <a:defRPr sz="2400">
                <a:solidFill>
                  <a:schemeClr val="tx2">
                    <a:lumMod val="25000"/>
                  </a:schemeClr>
                </a:solidFill>
              </a:defRPr>
            </a:lvl2pPr>
            <a:lvl3pPr marL="685800">
              <a:buClr>
                <a:schemeClr val="accent2"/>
              </a:buClr>
              <a:defRPr sz="2000">
                <a:solidFill>
                  <a:schemeClr val="tx2">
                    <a:lumMod val="25000"/>
                  </a:schemeClr>
                </a:solidFill>
              </a:defRPr>
            </a:lvl3pPr>
            <a:lvl4pPr marL="1143000">
              <a:buClr>
                <a:schemeClr val="accent2"/>
              </a:buClr>
              <a:defRPr sz="1800">
                <a:solidFill>
                  <a:schemeClr val="tx2">
                    <a:lumMod val="25000"/>
                  </a:schemeClr>
                </a:solidFill>
              </a:defRPr>
            </a:lvl4pPr>
            <a:lvl5pPr marL="1600200">
              <a:buClr>
                <a:schemeClr val="accent2"/>
              </a:buClr>
              <a:defRPr sz="1600">
                <a:solidFill>
                  <a:schemeClr val="tx2">
                    <a:lumMod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03FE570D-F390-097A-83FE-FB9C9CD92EA6}"/>
              </a:ext>
            </a:extLst>
          </p:cNvPr>
          <p:cNvSpPr>
            <a:spLocks noGrp="1"/>
          </p:cNvSpPr>
          <p:nvPr>
            <p:ph type="ftr" sz="quarter" idx="10"/>
          </p:nvPr>
        </p:nvSpPr>
        <p:spPr>
          <a:xfrm>
            <a:off x="932688" y="6356350"/>
            <a:ext cx="4114800" cy="365125"/>
          </a:xfrm>
        </p:spPr>
        <p:txBody>
          <a:bodyPr/>
          <a:lstStyle/>
          <a:p>
            <a:r>
              <a:rPr lang="en-US" dirty="0"/>
              <a:t>Presentation title</a:t>
            </a:r>
          </a:p>
        </p:txBody>
      </p:sp>
      <p:sp>
        <p:nvSpPr>
          <p:cNvPr id="4" name="Slide Number Placeholder 3">
            <a:extLst>
              <a:ext uri="{FF2B5EF4-FFF2-40B4-BE49-F238E27FC236}">
                <a16:creationId xmlns:a16="http://schemas.microsoft.com/office/drawing/2014/main" id="{3D119F3A-839F-70D5-1136-F47387FBF61F}"/>
              </a:ext>
            </a:extLst>
          </p:cNvPr>
          <p:cNvSpPr>
            <a:spLocks noGrp="1"/>
          </p:cNvSpPr>
          <p:nvPr>
            <p:ph type="sldNum" sz="quarter" idx="11"/>
          </p:nvPr>
        </p:nvSpPr>
        <p:spPr>
          <a:xfrm>
            <a:off x="10635996" y="6356350"/>
            <a:ext cx="784860" cy="365125"/>
          </a:xfrm>
        </p:spPr>
        <p:txBody>
          <a:bodyPr/>
          <a:lstStyle/>
          <a:p>
            <a:fld id="{294A09A9-5501-47C1-A89A-A340965A2BE2}" type="slidenum">
              <a:rPr lang="en-US" smtClean="0"/>
              <a:pPr/>
              <a:t>‹#›</a:t>
            </a:fld>
            <a:endParaRPr lang="en-US" dirty="0"/>
          </a:p>
        </p:txBody>
      </p:sp>
      <p:pic>
        <p:nvPicPr>
          <p:cNvPr id="8" name="Graphic 7">
            <a:extLst>
              <a:ext uri="{FF2B5EF4-FFF2-40B4-BE49-F238E27FC236}">
                <a16:creationId xmlns:a16="http://schemas.microsoft.com/office/drawing/2014/main" id="{D1885D14-9B48-E0B1-43FF-B19F5005FDA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b="32292"/>
          <a:stretch/>
        </p:blipFill>
        <p:spPr>
          <a:xfrm>
            <a:off x="8472405" y="132047"/>
            <a:ext cx="3848748" cy="1913728"/>
          </a:xfrm>
          <a:prstGeom prst="rect">
            <a:avLst/>
          </a:prstGeom>
        </p:spPr>
      </p:pic>
      <p:sp>
        <p:nvSpPr>
          <p:cNvPr id="10" name="Rectangle 9">
            <a:extLst>
              <a:ext uri="{FF2B5EF4-FFF2-40B4-BE49-F238E27FC236}">
                <a16:creationId xmlns:a16="http://schemas.microsoft.com/office/drawing/2014/main" id="{CD7ECFC8-50F2-4F2A-960A-F4F79E198620}"/>
              </a:ext>
            </a:extLst>
          </p:cNvPr>
          <p:cNvSpPr/>
          <p:nvPr userDrawn="1"/>
        </p:nvSpPr>
        <p:spPr>
          <a:xfrm>
            <a:off x="0" y="2022420"/>
            <a:ext cx="12192000" cy="45719"/>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0739906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3">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6865A83-7754-90AF-ABA5-0759C2C74767}"/>
              </a:ext>
            </a:extLst>
          </p:cNvPr>
          <p:cNvSpPr/>
          <p:nvPr userDrawn="1"/>
        </p:nvSpPr>
        <p:spPr>
          <a:xfrm>
            <a:off x="-1" y="0"/>
            <a:ext cx="12188952" cy="204825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610998D-17F5-CC68-2E37-9789F050BF62}"/>
              </a:ext>
            </a:extLst>
          </p:cNvPr>
          <p:cNvSpPr>
            <a:spLocks noGrp="1"/>
          </p:cNvSpPr>
          <p:nvPr>
            <p:ph type="title"/>
          </p:nvPr>
        </p:nvSpPr>
        <p:spPr>
          <a:xfrm>
            <a:off x="932688" y="228600"/>
            <a:ext cx="9528048" cy="1600200"/>
          </a:xfrm>
        </p:spPr>
        <p:txBody>
          <a:bodyPr/>
          <a:lstStyle>
            <a:lvl1pPr>
              <a:defRPr>
                <a:solidFill>
                  <a:schemeClr val="bg1"/>
                </a:solidFill>
              </a:defRPr>
            </a:lvl1pPr>
          </a:lstStyle>
          <a:p>
            <a:r>
              <a:rPr lang="en-US"/>
              <a:t>Click to edit Master title style</a:t>
            </a:r>
          </a:p>
        </p:txBody>
      </p:sp>
      <p:sp>
        <p:nvSpPr>
          <p:cNvPr id="9" name="Content Placeholder 8">
            <a:extLst>
              <a:ext uri="{FF2B5EF4-FFF2-40B4-BE49-F238E27FC236}">
                <a16:creationId xmlns:a16="http://schemas.microsoft.com/office/drawing/2014/main" id="{1DBC944E-6F68-C409-3596-8B6F50E09B9B}"/>
              </a:ext>
            </a:extLst>
          </p:cNvPr>
          <p:cNvSpPr>
            <a:spLocks noGrp="1"/>
          </p:cNvSpPr>
          <p:nvPr>
            <p:ph sz="quarter" idx="12"/>
          </p:nvPr>
        </p:nvSpPr>
        <p:spPr>
          <a:xfrm>
            <a:off x="932688" y="2432304"/>
            <a:ext cx="6163056" cy="3739896"/>
          </a:xfrm>
        </p:spPr>
        <p:txBody>
          <a:bodyPr lIns="91440" rIns="91440"/>
          <a:lstStyle>
            <a:lvl1pPr marL="228600" indent="-228600">
              <a:spcAft>
                <a:spcPts val="0"/>
              </a:spcAft>
              <a:buClr>
                <a:schemeClr val="accent2"/>
              </a:buClr>
              <a:buFont typeface="Arial" panose="020B0604020202020204" pitchFamily="34" charset="0"/>
              <a:buChar char="•"/>
              <a:defRPr sz="2400">
                <a:solidFill>
                  <a:schemeClr val="tx2">
                    <a:lumMod val="25000"/>
                  </a:schemeClr>
                </a:solidFill>
              </a:defRPr>
            </a:lvl1pPr>
            <a:lvl2pPr marL="685800">
              <a:spcBef>
                <a:spcPts val="500"/>
              </a:spcBef>
              <a:buClr>
                <a:schemeClr val="accent2"/>
              </a:buClr>
              <a:defRPr sz="2400">
                <a:solidFill>
                  <a:schemeClr val="tx2">
                    <a:lumMod val="25000"/>
                  </a:schemeClr>
                </a:solidFill>
              </a:defRPr>
            </a:lvl2pPr>
            <a:lvl3pPr marL="1143000">
              <a:buClr>
                <a:schemeClr val="accent2"/>
              </a:buClr>
              <a:defRPr sz="2000">
                <a:solidFill>
                  <a:schemeClr val="tx2">
                    <a:lumMod val="25000"/>
                  </a:schemeClr>
                </a:solidFill>
              </a:defRPr>
            </a:lvl3pPr>
            <a:lvl4pPr marL="1600200">
              <a:buClr>
                <a:schemeClr val="accent2"/>
              </a:buClr>
              <a:defRPr sz="1800">
                <a:solidFill>
                  <a:schemeClr val="tx2">
                    <a:lumMod val="25000"/>
                  </a:schemeClr>
                </a:solidFill>
              </a:defRPr>
            </a:lvl4pPr>
            <a:lvl5pPr marL="2057400">
              <a:buClr>
                <a:schemeClr val="accent2"/>
              </a:buClr>
              <a:defRPr sz="1600">
                <a:solidFill>
                  <a:schemeClr val="tx2">
                    <a:lumMod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8">
            <a:extLst>
              <a:ext uri="{FF2B5EF4-FFF2-40B4-BE49-F238E27FC236}">
                <a16:creationId xmlns:a16="http://schemas.microsoft.com/office/drawing/2014/main" id="{450D1A9C-4404-2909-F0C4-B7571474C940}"/>
              </a:ext>
            </a:extLst>
          </p:cNvPr>
          <p:cNvSpPr>
            <a:spLocks noGrp="1"/>
          </p:cNvSpPr>
          <p:nvPr>
            <p:ph sz="quarter" idx="13"/>
          </p:nvPr>
        </p:nvSpPr>
        <p:spPr>
          <a:xfrm>
            <a:off x="7424928" y="2441448"/>
            <a:ext cx="4169664" cy="3703320"/>
          </a:xfrm>
        </p:spPr>
        <p:txBody>
          <a:bodyPr/>
          <a:lstStyle>
            <a:lvl1pPr marL="0" indent="0">
              <a:spcAft>
                <a:spcPts val="0"/>
              </a:spcAft>
              <a:buClr>
                <a:schemeClr val="accent2"/>
              </a:buClr>
              <a:buNone/>
              <a:defRPr sz="2400">
                <a:solidFill>
                  <a:schemeClr val="tx2">
                    <a:lumMod val="25000"/>
                  </a:schemeClr>
                </a:solidFill>
              </a:defRPr>
            </a:lvl1pPr>
            <a:lvl2pPr marL="228600">
              <a:spcBef>
                <a:spcPts val="1000"/>
              </a:spcBef>
              <a:buClr>
                <a:schemeClr val="accent2"/>
              </a:buClr>
              <a:defRPr sz="2400">
                <a:solidFill>
                  <a:schemeClr val="tx2">
                    <a:lumMod val="25000"/>
                  </a:schemeClr>
                </a:solidFill>
              </a:defRPr>
            </a:lvl2pPr>
            <a:lvl3pPr marL="685800">
              <a:buClr>
                <a:schemeClr val="accent2"/>
              </a:buClr>
              <a:defRPr sz="2000">
                <a:solidFill>
                  <a:schemeClr val="tx2">
                    <a:lumMod val="25000"/>
                  </a:schemeClr>
                </a:solidFill>
              </a:defRPr>
            </a:lvl3pPr>
            <a:lvl4pPr marL="1143000">
              <a:buClr>
                <a:schemeClr val="accent2"/>
              </a:buClr>
              <a:defRPr sz="1800">
                <a:solidFill>
                  <a:schemeClr val="tx2">
                    <a:lumMod val="25000"/>
                  </a:schemeClr>
                </a:solidFill>
              </a:defRPr>
            </a:lvl4pPr>
            <a:lvl5pPr marL="1600200">
              <a:buClr>
                <a:schemeClr val="accent2"/>
              </a:buClr>
              <a:defRPr sz="1600">
                <a:solidFill>
                  <a:schemeClr val="tx2">
                    <a:lumMod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03FE570D-F390-097A-83FE-FB9C9CD92EA6}"/>
              </a:ext>
            </a:extLst>
          </p:cNvPr>
          <p:cNvSpPr>
            <a:spLocks noGrp="1"/>
          </p:cNvSpPr>
          <p:nvPr>
            <p:ph type="ftr" sz="quarter" idx="10"/>
          </p:nvPr>
        </p:nvSpPr>
        <p:spPr>
          <a:xfrm>
            <a:off x="932688" y="6356350"/>
            <a:ext cx="4114800" cy="365125"/>
          </a:xfrm>
        </p:spPr>
        <p:txBody>
          <a:bodyPr/>
          <a:lstStyle/>
          <a:p>
            <a:r>
              <a:rPr lang="en-US" dirty="0"/>
              <a:t>Presentation title</a:t>
            </a:r>
          </a:p>
        </p:txBody>
      </p:sp>
      <p:sp>
        <p:nvSpPr>
          <p:cNvPr id="4" name="Slide Number Placeholder 3">
            <a:extLst>
              <a:ext uri="{FF2B5EF4-FFF2-40B4-BE49-F238E27FC236}">
                <a16:creationId xmlns:a16="http://schemas.microsoft.com/office/drawing/2014/main" id="{3D119F3A-839F-70D5-1136-F47387FBF61F}"/>
              </a:ext>
            </a:extLst>
          </p:cNvPr>
          <p:cNvSpPr>
            <a:spLocks noGrp="1"/>
          </p:cNvSpPr>
          <p:nvPr>
            <p:ph type="sldNum" sz="quarter" idx="11"/>
          </p:nvPr>
        </p:nvSpPr>
        <p:spPr>
          <a:xfrm>
            <a:off x="10635996" y="6356350"/>
            <a:ext cx="784860" cy="365125"/>
          </a:xfrm>
        </p:spPr>
        <p:txBody>
          <a:bodyPr/>
          <a:lstStyle/>
          <a:p>
            <a:fld id="{294A09A9-5501-47C1-A89A-A340965A2BE2}" type="slidenum">
              <a:rPr lang="en-US" smtClean="0"/>
              <a:pPr/>
              <a:t>‹#›</a:t>
            </a:fld>
            <a:endParaRPr lang="en-US" dirty="0"/>
          </a:p>
        </p:txBody>
      </p:sp>
      <p:pic>
        <p:nvPicPr>
          <p:cNvPr id="8" name="Graphic 7">
            <a:extLst>
              <a:ext uri="{FF2B5EF4-FFF2-40B4-BE49-F238E27FC236}">
                <a16:creationId xmlns:a16="http://schemas.microsoft.com/office/drawing/2014/main" id="{D1885D14-9B48-E0B1-43FF-B19F5005FDA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b="32292"/>
          <a:stretch/>
        </p:blipFill>
        <p:spPr>
          <a:xfrm>
            <a:off x="8472405" y="132047"/>
            <a:ext cx="3848748" cy="1913728"/>
          </a:xfrm>
          <a:prstGeom prst="rect">
            <a:avLst/>
          </a:prstGeom>
        </p:spPr>
      </p:pic>
      <p:sp>
        <p:nvSpPr>
          <p:cNvPr id="10" name="Rectangle 9">
            <a:extLst>
              <a:ext uri="{FF2B5EF4-FFF2-40B4-BE49-F238E27FC236}">
                <a16:creationId xmlns:a16="http://schemas.microsoft.com/office/drawing/2014/main" id="{CD7ECFC8-50F2-4F2A-960A-F4F79E198620}"/>
              </a:ext>
            </a:extLst>
          </p:cNvPr>
          <p:cNvSpPr/>
          <p:nvPr userDrawn="1"/>
        </p:nvSpPr>
        <p:spPr>
          <a:xfrm>
            <a:off x="0" y="2022420"/>
            <a:ext cx="12192000" cy="45719"/>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Graphic 4">
            <a:extLst>
              <a:ext uri="{FF2B5EF4-FFF2-40B4-BE49-F238E27FC236}">
                <a16:creationId xmlns:a16="http://schemas.microsoft.com/office/drawing/2014/main" id="{1EB1C5A3-22FF-382D-3801-B6D9C4AC53E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b="52051"/>
          <a:stretch/>
        </p:blipFill>
        <p:spPr>
          <a:xfrm>
            <a:off x="4629335" y="1815780"/>
            <a:ext cx="5586493" cy="5042220"/>
          </a:xfrm>
          <a:prstGeom prst="rect">
            <a:avLst/>
          </a:prstGeom>
        </p:spPr>
      </p:pic>
    </p:spTree>
    <p:extLst>
      <p:ext uri="{BB962C8B-B14F-4D97-AF65-F5344CB8AC3E}">
        <p14:creationId xmlns:p14="http://schemas.microsoft.com/office/powerpoint/2010/main" val="6597676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6865A83-7754-90AF-ABA5-0759C2C74767}"/>
              </a:ext>
            </a:extLst>
          </p:cNvPr>
          <p:cNvSpPr/>
          <p:nvPr userDrawn="1"/>
        </p:nvSpPr>
        <p:spPr>
          <a:xfrm>
            <a:off x="-1" y="0"/>
            <a:ext cx="12188952" cy="204825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610998D-17F5-CC68-2E37-9789F050BF62}"/>
              </a:ext>
            </a:extLst>
          </p:cNvPr>
          <p:cNvSpPr>
            <a:spLocks noGrp="1"/>
          </p:cNvSpPr>
          <p:nvPr>
            <p:ph type="title"/>
          </p:nvPr>
        </p:nvSpPr>
        <p:spPr>
          <a:xfrm>
            <a:off x="932688" y="228600"/>
            <a:ext cx="9528048" cy="1600200"/>
          </a:xfrm>
        </p:spPr>
        <p:txBody>
          <a:bodyPr/>
          <a:lstStyle>
            <a:lvl1pPr>
              <a:defRPr>
                <a:solidFill>
                  <a:schemeClr val="bg1"/>
                </a:solidFill>
              </a:defRPr>
            </a:lvl1pPr>
          </a:lstStyle>
          <a:p>
            <a:r>
              <a:rPr lang="en-US"/>
              <a:t>Click to edit Master title style</a:t>
            </a:r>
          </a:p>
        </p:txBody>
      </p:sp>
      <p:sp>
        <p:nvSpPr>
          <p:cNvPr id="11" name="Content Placeholder 8">
            <a:extLst>
              <a:ext uri="{FF2B5EF4-FFF2-40B4-BE49-F238E27FC236}">
                <a16:creationId xmlns:a16="http://schemas.microsoft.com/office/drawing/2014/main" id="{450D1A9C-4404-2909-F0C4-B7571474C940}"/>
              </a:ext>
            </a:extLst>
          </p:cNvPr>
          <p:cNvSpPr>
            <a:spLocks noGrp="1"/>
          </p:cNvSpPr>
          <p:nvPr>
            <p:ph sz="quarter" idx="13"/>
          </p:nvPr>
        </p:nvSpPr>
        <p:spPr>
          <a:xfrm>
            <a:off x="841248" y="2770632"/>
            <a:ext cx="10515600" cy="3392424"/>
          </a:xfrm>
        </p:spPr>
        <p:txBody>
          <a:bodyPr/>
          <a:lstStyle>
            <a:lvl1pPr marL="0" indent="0">
              <a:spcAft>
                <a:spcPts val="0"/>
              </a:spcAft>
              <a:buClr>
                <a:schemeClr val="accent2"/>
              </a:buClr>
              <a:buNone/>
              <a:defRPr sz="2400">
                <a:solidFill>
                  <a:schemeClr val="tx2">
                    <a:lumMod val="25000"/>
                  </a:schemeClr>
                </a:solidFill>
              </a:defRPr>
            </a:lvl1pPr>
            <a:lvl2pPr marL="228600">
              <a:spcBef>
                <a:spcPts val="1000"/>
              </a:spcBef>
              <a:buClr>
                <a:schemeClr val="accent2"/>
              </a:buClr>
              <a:defRPr sz="2400">
                <a:solidFill>
                  <a:schemeClr val="tx2">
                    <a:lumMod val="25000"/>
                  </a:schemeClr>
                </a:solidFill>
              </a:defRPr>
            </a:lvl2pPr>
            <a:lvl3pPr marL="685800">
              <a:buClr>
                <a:schemeClr val="accent2"/>
              </a:buClr>
              <a:defRPr sz="2000">
                <a:solidFill>
                  <a:schemeClr val="tx2">
                    <a:lumMod val="25000"/>
                  </a:schemeClr>
                </a:solidFill>
              </a:defRPr>
            </a:lvl3pPr>
            <a:lvl4pPr marL="1143000">
              <a:buClr>
                <a:schemeClr val="accent2"/>
              </a:buClr>
              <a:defRPr sz="1800">
                <a:solidFill>
                  <a:schemeClr val="tx2">
                    <a:lumMod val="25000"/>
                  </a:schemeClr>
                </a:solidFill>
              </a:defRPr>
            </a:lvl4pPr>
            <a:lvl5pPr marL="1600200">
              <a:buClr>
                <a:schemeClr val="accent2"/>
              </a:buClr>
              <a:defRPr sz="1600">
                <a:solidFill>
                  <a:schemeClr val="tx2">
                    <a:lumMod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03FE570D-F390-097A-83FE-FB9C9CD92EA6}"/>
              </a:ext>
            </a:extLst>
          </p:cNvPr>
          <p:cNvSpPr>
            <a:spLocks noGrp="1"/>
          </p:cNvSpPr>
          <p:nvPr>
            <p:ph type="ftr" sz="quarter" idx="10"/>
          </p:nvPr>
        </p:nvSpPr>
        <p:spPr>
          <a:xfrm>
            <a:off x="932688" y="6356350"/>
            <a:ext cx="4114800" cy="365125"/>
          </a:xfrm>
        </p:spPr>
        <p:txBody>
          <a:bodyPr/>
          <a:lstStyle/>
          <a:p>
            <a:r>
              <a:rPr lang="en-US" dirty="0"/>
              <a:t>Presentation title</a:t>
            </a:r>
          </a:p>
        </p:txBody>
      </p:sp>
      <p:sp>
        <p:nvSpPr>
          <p:cNvPr id="4" name="Slide Number Placeholder 3">
            <a:extLst>
              <a:ext uri="{FF2B5EF4-FFF2-40B4-BE49-F238E27FC236}">
                <a16:creationId xmlns:a16="http://schemas.microsoft.com/office/drawing/2014/main" id="{3D119F3A-839F-70D5-1136-F47387FBF61F}"/>
              </a:ext>
            </a:extLst>
          </p:cNvPr>
          <p:cNvSpPr>
            <a:spLocks noGrp="1"/>
          </p:cNvSpPr>
          <p:nvPr>
            <p:ph type="sldNum" sz="quarter" idx="11"/>
          </p:nvPr>
        </p:nvSpPr>
        <p:spPr>
          <a:xfrm>
            <a:off x="10635996" y="6356350"/>
            <a:ext cx="784860" cy="365125"/>
          </a:xfrm>
        </p:spPr>
        <p:txBody>
          <a:bodyPr/>
          <a:lstStyle/>
          <a:p>
            <a:fld id="{294A09A9-5501-47C1-A89A-A340965A2BE2}" type="slidenum">
              <a:rPr lang="en-US" smtClean="0"/>
              <a:pPr/>
              <a:t>‹#›</a:t>
            </a:fld>
            <a:endParaRPr lang="en-US" dirty="0"/>
          </a:p>
        </p:txBody>
      </p:sp>
      <p:pic>
        <p:nvPicPr>
          <p:cNvPr id="8" name="Graphic 7">
            <a:extLst>
              <a:ext uri="{FF2B5EF4-FFF2-40B4-BE49-F238E27FC236}">
                <a16:creationId xmlns:a16="http://schemas.microsoft.com/office/drawing/2014/main" id="{D1885D14-9B48-E0B1-43FF-B19F5005FDA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b="32292"/>
          <a:stretch/>
        </p:blipFill>
        <p:spPr>
          <a:xfrm>
            <a:off x="8472405" y="132047"/>
            <a:ext cx="3848748" cy="1913728"/>
          </a:xfrm>
          <a:prstGeom prst="rect">
            <a:avLst/>
          </a:prstGeom>
        </p:spPr>
      </p:pic>
      <p:sp>
        <p:nvSpPr>
          <p:cNvPr id="10" name="Rectangle 9">
            <a:extLst>
              <a:ext uri="{FF2B5EF4-FFF2-40B4-BE49-F238E27FC236}">
                <a16:creationId xmlns:a16="http://schemas.microsoft.com/office/drawing/2014/main" id="{CD7ECFC8-50F2-4F2A-960A-F4F79E198620}"/>
              </a:ext>
            </a:extLst>
          </p:cNvPr>
          <p:cNvSpPr/>
          <p:nvPr userDrawn="1"/>
        </p:nvSpPr>
        <p:spPr>
          <a:xfrm>
            <a:off x="0" y="2022420"/>
            <a:ext cx="12192000" cy="45719"/>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5209998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bg1"/>
        </a:solidFill>
        <a:effectLst/>
      </p:bgPr>
    </p:bg>
    <p:spTree>
      <p:nvGrpSpPr>
        <p:cNvPr id="1" name=""/>
        <p:cNvGrpSpPr/>
        <p:nvPr/>
      </p:nvGrpSpPr>
      <p:grpSpPr>
        <a:xfrm>
          <a:off x="0" y="0"/>
          <a:ext cx="0" cy="0"/>
          <a:chOff x="0" y="0"/>
          <a:chExt cx="0" cy="0"/>
        </a:xfrm>
      </p:grpSpPr>
      <p:sp>
        <p:nvSpPr>
          <p:cNvPr id="4" name="Picture Placeholder 4">
            <a:extLst>
              <a:ext uri="{FF2B5EF4-FFF2-40B4-BE49-F238E27FC236}">
                <a16:creationId xmlns:a16="http://schemas.microsoft.com/office/drawing/2014/main" id="{68B802A0-174F-ED42-DB3C-30B25D7D20B7}"/>
              </a:ext>
            </a:extLst>
          </p:cNvPr>
          <p:cNvSpPr>
            <a:spLocks noGrp="1"/>
          </p:cNvSpPr>
          <p:nvPr>
            <p:ph type="pic" sz="quarter" idx="10"/>
          </p:nvPr>
        </p:nvSpPr>
        <p:spPr>
          <a:xfrm>
            <a:off x="0" y="0"/>
            <a:ext cx="12192000" cy="6858000"/>
          </a:xfrm>
          <a:solidFill>
            <a:schemeClr val="tx1">
              <a:lumMod val="50000"/>
              <a:lumOff val="50000"/>
            </a:schemeClr>
          </a:solidFill>
        </p:spPr>
        <p:txBody>
          <a:bodyPr/>
          <a:lstStyle>
            <a:lvl1pPr marL="0" indent="0">
              <a:buNone/>
              <a:defRPr>
                <a:solidFill>
                  <a:schemeClr val="bg1"/>
                </a:solidFill>
              </a:defRPr>
            </a:lvl1pPr>
          </a:lstStyle>
          <a:p>
            <a:r>
              <a:rPr lang="en-US"/>
              <a:t>Click icon to add picture</a:t>
            </a:r>
            <a:endParaRPr lang="en-US" dirty="0"/>
          </a:p>
        </p:txBody>
      </p:sp>
      <p:sp>
        <p:nvSpPr>
          <p:cNvPr id="5" name="Title 1">
            <a:extLst>
              <a:ext uri="{FF2B5EF4-FFF2-40B4-BE49-F238E27FC236}">
                <a16:creationId xmlns:a16="http://schemas.microsoft.com/office/drawing/2014/main" id="{C5682FAF-43FC-D4B4-4D6A-E5D70198C128}"/>
              </a:ext>
            </a:extLst>
          </p:cNvPr>
          <p:cNvSpPr>
            <a:spLocks noGrp="1"/>
          </p:cNvSpPr>
          <p:nvPr>
            <p:ph type="ctrTitle"/>
          </p:nvPr>
        </p:nvSpPr>
        <p:spPr>
          <a:xfrm>
            <a:off x="1627632" y="822960"/>
            <a:ext cx="6327648" cy="2221992"/>
          </a:xfrm>
          <a:noFill/>
        </p:spPr>
        <p:txBody>
          <a:bodyPr anchor="b">
            <a:noAutofit/>
          </a:bodyPr>
          <a:lstStyle>
            <a:lvl1pPr algn="l">
              <a:defRPr sz="4800">
                <a:solidFill>
                  <a:schemeClr val="bg1"/>
                </a:solidFill>
              </a:defRPr>
            </a:lvl1pPr>
          </a:lstStyle>
          <a:p>
            <a:r>
              <a:rPr lang="en-US"/>
              <a:t>Click to edit Master title style</a:t>
            </a:r>
            <a:endParaRPr lang="en-US" dirty="0"/>
          </a:p>
        </p:txBody>
      </p:sp>
      <p:sp>
        <p:nvSpPr>
          <p:cNvPr id="2" name="Subtitle 2">
            <a:extLst>
              <a:ext uri="{FF2B5EF4-FFF2-40B4-BE49-F238E27FC236}">
                <a16:creationId xmlns:a16="http://schemas.microsoft.com/office/drawing/2014/main" id="{FB724EDC-0FF4-BC78-C7CF-5B31189CBFC2}"/>
              </a:ext>
            </a:extLst>
          </p:cNvPr>
          <p:cNvSpPr>
            <a:spLocks noGrp="1"/>
          </p:cNvSpPr>
          <p:nvPr>
            <p:ph type="subTitle" idx="1"/>
          </p:nvPr>
        </p:nvSpPr>
        <p:spPr>
          <a:xfrm>
            <a:off x="1627632" y="3428999"/>
            <a:ext cx="6309360" cy="1703439"/>
          </a:xfrm>
          <a:noFill/>
        </p:spPr>
        <p:txBody>
          <a:bodyPr anchor="t">
            <a:normAutofit/>
          </a:bodyPr>
          <a:lstStyle>
            <a:lvl1pPr marL="0" indent="0" algn="l">
              <a:lnSpc>
                <a:spcPct val="130000"/>
              </a:lnSpc>
              <a:spcBef>
                <a:spcPts val="0"/>
              </a:spcBef>
              <a:buNone/>
              <a:defRPr sz="2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40160061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381000" y="381000"/>
            <a:ext cx="114300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381000" y="1825625"/>
            <a:ext cx="114300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381000" y="6356350"/>
            <a:ext cx="4114800" cy="365125"/>
          </a:xfrm>
          <a:prstGeom prst="rect">
            <a:avLst/>
          </a:prstGeom>
        </p:spPr>
        <p:txBody>
          <a:bodyPr vert="horz" lIns="91440" tIns="45720" rIns="91440" bIns="45720" rtlCol="0" anchor="ctr"/>
          <a:lstStyle>
            <a:lvl1pPr algn="l">
              <a:defRPr sz="1200">
                <a:solidFill>
                  <a:schemeClr val="tx1"/>
                </a:solidFill>
                <a:latin typeface="Gill Sans Nova Light" panose="020F0302020204030204" pitchFamily="34" charset="0"/>
                <a:cs typeface="Gill Sans Nova Light" panose="020F0302020204030204" pitchFamily="34" charset="0"/>
              </a:defRPr>
            </a:lvl1pPr>
          </a:lstStyle>
          <a:p>
            <a:r>
              <a:rPr lang="en-US" dirty="0"/>
              <a:t>Presentation title</a:t>
            </a:r>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11026140" y="6356350"/>
            <a:ext cx="784860" cy="365125"/>
          </a:xfrm>
          <a:prstGeom prst="rect">
            <a:avLst/>
          </a:prstGeom>
        </p:spPr>
        <p:txBody>
          <a:bodyPr vert="horz" lIns="91440" tIns="45720" rIns="91440" bIns="45720" rtlCol="0" anchor="ctr"/>
          <a:lstStyle>
            <a:lvl1pPr algn="r">
              <a:defRPr sz="1200">
                <a:solidFill>
                  <a:schemeClr val="tx1"/>
                </a:solidFill>
                <a:latin typeface="Gill Sans Nova Light" panose="020F0302020204030204" pitchFamily="34" charset="0"/>
                <a:cs typeface="Gill Sans Nova Light" panose="020F0302020204030204" pitchFamily="34" charset="0"/>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68" r:id="rId2"/>
    <p:sldLayoutId id="2147483651" r:id="rId3"/>
    <p:sldLayoutId id="2147483676" r:id="rId4"/>
    <p:sldLayoutId id="2147483678" r:id="rId5"/>
    <p:sldLayoutId id="2147483684" r:id="rId6"/>
    <p:sldLayoutId id="2147483677" r:id="rId7"/>
    <p:sldLayoutId id="2147483679" r:id="rId8"/>
    <p:sldLayoutId id="2147483680" r:id="rId9"/>
    <p:sldLayoutId id="2147483681" r:id="rId10"/>
    <p:sldLayoutId id="2147483682" r:id="rId11"/>
    <p:sldLayoutId id="2147483683" r:id="rId12"/>
    <p:sldLayoutId id="2147483685" r:id="rId13"/>
  </p:sldLayoutIdLst>
  <p:hf hdr="0" dt="0"/>
  <p:txStyles>
    <p:titleStyle>
      <a:lvl1pPr algn="l" defTabSz="914400" rtl="0" eaLnBrk="1" latinLnBrk="0" hangingPunct="1">
        <a:lnSpc>
          <a:spcPct val="90000"/>
        </a:lnSpc>
        <a:spcBef>
          <a:spcPct val="0"/>
        </a:spcBef>
        <a:buNone/>
        <a:defRPr sz="4400" kern="1200">
          <a:solidFill>
            <a:schemeClr val="accent3"/>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accent3"/>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accent3"/>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accent3"/>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accent3"/>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accent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6.png"/><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5.xml"/><Relationship Id="rId5" Type="http://schemas.openxmlformats.org/officeDocument/2006/relationships/image" Target="../media/image22.png"/><Relationship Id="rId4" Type="http://schemas.openxmlformats.org/officeDocument/2006/relationships/image" Target="../media/image21.png"/></Relationships>
</file>

<file path=ppt/slides/_rels/slide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8.xml"/><Relationship Id="rId4" Type="http://schemas.openxmlformats.org/officeDocument/2006/relationships/image" Target="../media/image28.png"/></Relationships>
</file>

<file path=ppt/slides/_rels/slide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6.png"/><Relationship Id="rId1" Type="http://schemas.openxmlformats.org/officeDocument/2006/relationships/slideLayout" Target="../slideLayouts/slideLayout13.xml"/><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descr="A bouquet of flowers">
            <a:extLst>
              <a:ext uri="{FF2B5EF4-FFF2-40B4-BE49-F238E27FC236}">
                <a16:creationId xmlns:a16="http://schemas.microsoft.com/office/drawing/2014/main" id="{2E09DD34-43D4-3713-535D-7E9D95D3F4B1}"/>
              </a:ext>
            </a:extLst>
          </p:cNvPr>
          <p:cNvPicPr>
            <a:picLocks noGrp="1" noChangeAspect="1"/>
          </p:cNvPicPr>
          <p:nvPr>
            <p:ph type="pic" sz="quarter" idx="10"/>
          </p:nvPr>
        </p:nvPicPr>
        <p:blipFill>
          <a:blip r:embed="rId2"/>
          <a:srcRect/>
          <a:stretch/>
        </p:blipFill>
        <p:spPr>
          <a:xfrm>
            <a:off x="0" y="0"/>
            <a:ext cx="12192000" cy="6858000"/>
          </a:xfrm>
        </p:spPr>
      </p:pic>
      <p:sp>
        <p:nvSpPr>
          <p:cNvPr id="3" name="Title 2">
            <a:extLst>
              <a:ext uri="{FF2B5EF4-FFF2-40B4-BE49-F238E27FC236}">
                <a16:creationId xmlns:a16="http://schemas.microsoft.com/office/drawing/2014/main" id="{6F9772E4-10E9-13DE-8AE8-35BBB9DD1D9A}"/>
              </a:ext>
            </a:extLst>
          </p:cNvPr>
          <p:cNvSpPr>
            <a:spLocks noGrp="1"/>
          </p:cNvSpPr>
          <p:nvPr>
            <p:ph type="ctrTitle"/>
          </p:nvPr>
        </p:nvSpPr>
        <p:spPr>
          <a:xfrm>
            <a:off x="1408176" y="1463040"/>
            <a:ext cx="6327648" cy="2180543"/>
          </a:xfrm>
        </p:spPr>
        <p:txBody>
          <a:bodyPr/>
          <a:lstStyle/>
          <a:p>
            <a:r>
              <a:rPr lang="en-IN" dirty="0"/>
              <a:t>Air Quality Guardian</a:t>
            </a:r>
            <a:br>
              <a:rPr lang="en-IN" dirty="0"/>
            </a:br>
            <a:endParaRPr lang="en-US" dirty="0"/>
          </a:p>
        </p:txBody>
      </p:sp>
      <p:sp>
        <p:nvSpPr>
          <p:cNvPr id="4" name="Subtitle 3">
            <a:extLst>
              <a:ext uri="{FF2B5EF4-FFF2-40B4-BE49-F238E27FC236}">
                <a16:creationId xmlns:a16="http://schemas.microsoft.com/office/drawing/2014/main" id="{F7C09E8F-C241-2F75-70EA-32EC69551E74}"/>
              </a:ext>
            </a:extLst>
          </p:cNvPr>
          <p:cNvSpPr>
            <a:spLocks noGrp="1"/>
          </p:cNvSpPr>
          <p:nvPr>
            <p:ph type="subTitle" idx="1"/>
          </p:nvPr>
        </p:nvSpPr>
        <p:spPr>
          <a:xfrm>
            <a:off x="1911096" y="3995928"/>
            <a:ext cx="5321808" cy="824404"/>
          </a:xfrm>
        </p:spPr>
        <p:txBody>
          <a:bodyPr/>
          <a:lstStyle/>
          <a:p>
            <a:r>
              <a:rPr lang="en-IN" dirty="0"/>
              <a:t>Smart Environmental Monitoring System</a:t>
            </a:r>
            <a:endParaRPr lang="en-US" dirty="0"/>
          </a:p>
        </p:txBody>
      </p:sp>
      <p:cxnSp>
        <p:nvCxnSpPr>
          <p:cNvPr id="12" name="Straight Connector 11">
            <a:extLst>
              <a:ext uri="{FF2B5EF4-FFF2-40B4-BE49-F238E27FC236}">
                <a16:creationId xmlns:a16="http://schemas.microsoft.com/office/drawing/2014/main" id="{9318DF20-A4C4-3800-A69E-4E11F5A11C08}"/>
              </a:ext>
              <a:ext uri="{C183D7F6-B498-43B3-948B-1728B52AA6E4}">
                <adec:decorative xmlns:adec="http://schemas.microsoft.com/office/drawing/2017/decorative" val="1"/>
              </a:ext>
            </a:extLst>
          </p:cNvPr>
          <p:cNvCxnSpPr>
            <a:cxnSpLocks/>
          </p:cNvCxnSpPr>
          <p:nvPr/>
        </p:nvCxnSpPr>
        <p:spPr>
          <a:xfrm>
            <a:off x="1915117" y="3822700"/>
            <a:ext cx="5321300"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sp>
        <p:nvSpPr>
          <p:cNvPr id="13" name="Plaque 12">
            <a:extLst>
              <a:ext uri="{FF2B5EF4-FFF2-40B4-BE49-F238E27FC236}">
                <a16:creationId xmlns:a16="http://schemas.microsoft.com/office/drawing/2014/main" id="{AC9EB422-5602-36FF-E543-5B0C70E56E9A}"/>
              </a:ext>
              <a:ext uri="{C183D7F6-B498-43B3-948B-1728B52AA6E4}">
                <adec:decorative xmlns:adec="http://schemas.microsoft.com/office/drawing/2017/decorative" val="1"/>
              </a:ext>
            </a:extLst>
          </p:cNvPr>
          <p:cNvSpPr/>
          <p:nvPr/>
        </p:nvSpPr>
        <p:spPr>
          <a:xfrm>
            <a:off x="1181100" y="794088"/>
            <a:ext cx="6781800" cy="4343824"/>
          </a:xfrm>
          <a:prstGeom prst="plaque">
            <a:avLst>
              <a:gd name="adj" fmla="val 7602"/>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Picture 13">
            <a:extLst>
              <a:ext uri="{FF2B5EF4-FFF2-40B4-BE49-F238E27FC236}">
                <a16:creationId xmlns:a16="http://schemas.microsoft.com/office/drawing/2014/main" id="{A053B63A-99EB-DBC1-DE80-E5E5214EF4EE}"/>
              </a:ext>
              <a:ext uri="{C183D7F6-B498-43B3-948B-1728B52AA6E4}">
                <adec:decorative xmlns:adec="http://schemas.microsoft.com/office/drawing/2017/decorative" val="1"/>
              </a:ext>
            </a:extLst>
          </p:cNvPr>
          <p:cNvPicPr>
            <a:picLocks noChangeAspect="1"/>
          </p:cNvPicPr>
          <p:nvPr/>
        </p:nvPicPr>
        <p:blipFill>
          <a:blip r:embed="rId3" cstate="screen">
            <a:extLst>
              <a:ext uri="{BEBA8EAE-BF5A-486C-A8C5-ECC9F3942E4B}">
                <a14:imgProps xmlns:a14="http://schemas.microsoft.com/office/drawing/2010/main">
                  <a14:imgLayer r:embed="rId4">
                    <a14:imgEffect>
                      <a14:saturation sat="35000"/>
                    </a14:imgEffect>
                  </a14:imgLayer>
                </a14:imgProps>
              </a:ext>
              <a:ext uri="{28A0092B-C50C-407E-A947-70E740481C1C}">
                <a14:useLocalDpi xmlns:a14="http://schemas.microsoft.com/office/drawing/2010/main"/>
              </a:ext>
            </a:extLst>
          </a:blip>
          <a:stretch>
            <a:fillRect/>
          </a:stretch>
        </p:blipFill>
        <p:spPr>
          <a:xfrm>
            <a:off x="4089728" y="3681876"/>
            <a:ext cx="972078" cy="285381"/>
          </a:xfrm>
          <a:prstGeom prst="rect">
            <a:avLst/>
          </a:prstGeom>
        </p:spPr>
      </p:pic>
    </p:spTree>
    <p:extLst>
      <p:ext uri="{BB962C8B-B14F-4D97-AF65-F5344CB8AC3E}">
        <p14:creationId xmlns:p14="http://schemas.microsoft.com/office/powerpoint/2010/main" val="8581593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DF434-28DB-4621-A497-D62C41CE0419}"/>
              </a:ext>
            </a:extLst>
          </p:cNvPr>
          <p:cNvSpPr>
            <a:spLocks noGrp="1"/>
          </p:cNvSpPr>
          <p:nvPr>
            <p:ph type="title"/>
          </p:nvPr>
        </p:nvSpPr>
        <p:spPr>
          <a:xfrm>
            <a:off x="6099048" y="530352"/>
            <a:ext cx="5385816" cy="1810512"/>
          </a:xfrm>
        </p:spPr>
        <p:txBody>
          <a:bodyPr anchor="b">
            <a:normAutofit/>
          </a:bodyPr>
          <a:lstStyle/>
          <a:p>
            <a:r>
              <a:rPr lang="en-IN" b="1" dirty="0"/>
              <a:t>Problem Statement</a:t>
            </a:r>
            <a:br>
              <a:rPr lang="en-IN" dirty="0"/>
            </a:br>
            <a:endParaRPr lang="en-US" dirty="0"/>
          </a:p>
        </p:txBody>
      </p:sp>
      <p:sp>
        <p:nvSpPr>
          <p:cNvPr id="3" name="Content Placeholder 2">
            <a:extLst>
              <a:ext uri="{FF2B5EF4-FFF2-40B4-BE49-F238E27FC236}">
                <a16:creationId xmlns:a16="http://schemas.microsoft.com/office/drawing/2014/main" id="{22788C46-D0BC-4307-AE55-7601A139E7CB}"/>
              </a:ext>
            </a:extLst>
          </p:cNvPr>
          <p:cNvSpPr>
            <a:spLocks noGrp="1"/>
          </p:cNvSpPr>
          <p:nvPr>
            <p:ph sz="quarter" idx="4"/>
          </p:nvPr>
        </p:nvSpPr>
        <p:spPr>
          <a:xfrm>
            <a:off x="6099048" y="2962656"/>
            <a:ext cx="5385816" cy="2706624"/>
          </a:xfrm>
        </p:spPr>
        <p:txBody>
          <a:bodyPr vert="horz" lIns="91440" tIns="45720" rIns="91440" bIns="45720" rtlCol="0" anchor="t">
            <a:normAutofit fontScale="85000" lnSpcReduction="10000"/>
          </a:bodyPr>
          <a:lstStyle/>
          <a:p>
            <a:r>
              <a:rPr lang="en-IN" dirty="0"/>
              <a:t>Air pollution and poor indoor air quality can cause health problems such as breathing difficulties, allergies, and fatigue. However, many people are unaware of the pollution levels around them because they lack monitoring systems.</a:t>
            </a:r>
          </a:p>
          <a:p>
            <a:r>
              <a:rPr lang="en-IN" dirty="0"/>
              <a:t>Therefore, there is a need for a simple, affordable system that can continuously monitor air quality and environmental conditions and alert users when levels become unsafe.</a:t>
            </a:r>
          </a:p>
          <a:p>
            <a:endParaRPr lang="en-US" dirty="0"/>
          </a:p>
        </p:txBody>
      </p:sp>
      <p:sp>
        <p:nvSpPr>
          <p:cNvPr id="4" name="Footer Placeholder 3">
            <a:extLst>
              <a:ext uri="{FF2B5EF4-FFF2-40B4-BE49-F238E27FC236}">
                <a16:creationId xmlns:a16="http://schemas.microsoft.com/office/drawing/2014/main" id="{0E1BC27E-ED02-E738-1B43-E66F422BD1FC}"/>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E902A7C2-1D63-EFD6-869B-2F167F966380}"/>
              </a:ext>
            </a:extLst>
          </p:cNvPr>
          <p:cNvSpPr>
            <a:spLocks noGrp="1"/>
          </p:cNvSpPr>
          <p:nvPr>
            <p:ph type="sldNum" sz="quarter" idx="12"/>
          </p:nvPr>
        </p:nvSpPr>
        <p:spPr/>
        <p:txBody>
          <a:bodyPr/>
          <a:lstStyle/>
          <a:p>
            <a:fld id="{294A09A9-5501-47C1-A89A-A340965A2BE2}" type="slidenum">
              <a:rPr lang="en-US" smtClean="0"/>
              <a:t>2</a:t>
            </a:fld>
            <a:endParaRPr lang="en-US" dirty="0"/>
          </a:p>
        </p:txBody>
      </p:sp>
      <p:pic>
        <p:nvPicPr>
          <p:cNvPr id="18" name="Picture Placeholder 17">
            <a:extLst>
              <a:ext uri="{FF2B5EF4-FFF2-40B4-BE49-F238E27FC236}">
                <a16:creationId xmlns:a16="http://schemas.microsoft.com/office/drawing/2014/main" id="{934DD311-0328-7F77-F012-12A72AB1228C}"/>
              </a:ext>
            </a:extLst>
          </p:cNvPr>
          <p:cNvPicPr>
            <a:picLocks noGrp="1" noChangeAspect="1"/>
          </p:cNvPicPr>
          <p:nvPr>
            <p:ph type="pic" sz="quarter" idx="13"/>
          </p:nvPr>
        </p:nvPicPr>
        <p:blipFill>
          <a:blip r:embed="rId3"/>
          <a:srcRect l="3673" r="3673"/>
          <a:stretch>
            <a:fillRect/>
          </a:stretch>
        </p:blipFill>
        <p:spPr>
          <a:prstGeom prst="rect">
            <a:avLst/>
          </a:prstGeom>
        </p:spPr>
      </p:pic>
    </p:spTree>
    <p:extLst>
      <p:ext uri="{BB962C8B-B14F-4D97-AF65-F5344CB8AC3E}">
        <p14:creationId xmlns:p14="http://schemas.microsoft.com/office/powerpoint/2010/main" val="37245998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ABE40-AA00-F366-A36A-B3F1AADBF025}"/>
              </a:ext>
            </a:extLst>
          </p:cNvPr>
          <p:cNvSpPr>
            <a:spLocks noGrp="1"/>
          </p:cNvSpPr>
          <p:nvPr>
            <p:ph type="title"/>
          </p:nvPr>
        </p:nvSpPr>
        <p:spPr>
          <a:xfrm>
            <a:off x="621792" y="722376"/>
            <a:ext cx="6419088" cy="2350008"/>
          </a:xfrm>
          <a:noFill/>
        </p:spPr>
        <p:txBody>
          <a:bodyPr>
            <a:noAutofit/>
          </a:bodyPr>
          <a:lstStyle/>
          <a:p>
            <a:pPr algn="l">
              <a:lnSpc>
                <a:spcPct val="100000"/>
              </a:lnSpc>
            </a:pPr>
            <a:r>
              <a:rPr lang="en-IN" b="1" dirty="0"/>
              <a:t>Objectives</a:t>
            </a:r>
            <a:br>
              <a:rPr lang="en-IN" dirty="0"/>
            </a:br>
            <a:br>
              <a:rPr lang="en-IN" sz="1800" dirty="0"/>
            </a:br>
            <a:endParaRPr lang="en-US" sz="1800" dirty="0"/>
          </a:p>
        </p:txBody>
      </p:sp>
      <p:sp>
        <p:nvSpPr>
          <p:cNvPr id="3" name="Subtitle 2">
            <a:extLst>
              <a:ext uri="{FF2B5EF4-FFF2-40B4-BE49-F238E27FC236}">
                <a16:creationId xmlns:a16="http://schemas.microsoft.com/office/drawing/2014/main" id="{72446868-83F0-CEEF-5E60-6D55C93B523F}"/>
              </a:ext>
            </a:extLst>
          </p:cNvPr>
          <p:cNvSpPr>
            <a:spLocks noGrp="1"/>
          </p:cNvSpPr>
          <p:nvPr>
            <p:ph type="subTitle" idx="1"/>
          </p:nvPr>
        </p:nvSpPr>
        <p:spPr>
          <a:xfrm>
            <a:off x="640079" y="3931920"/>
            <a:ext cx="6419088" cy="1389888"/>
          </a:xfrm>
          <a:noFill/>
        </p:spPr>
        <p:txBody>
          <a:bodyPr>
            <a:noAutofit/>
          </a:bodyPr>
          <a:lstStyle/>
          <a:p>
            <a:pPr algn="l">
              <a:lnSpc>
                <a:spcPct val="120000"/>
              </a:lnSpc>
            </a:pPr>
            <a:r>
              <a:rPr lang="en-US" sz="1600" dirty="0">
                <a:latin typeface="New "/>
                <a:cs typeface="Arial" panose="020B0604020202020204" pitchFamily="34" charset="0"/>
              </a:rPr>
              <a:t>1)Monitor air quality using sensors</a:t>
            </a:r>
            <a:br>
              <a:rPr lang="en-US" sz="1600" dirty="0">
                <a:latin typeface="New "/>
                <a:cs typeface="Arial" panose="020B0604020202020204" pitchFamily="34" charset="0"/>
              </a:rPr>
            </a:br>
            <a:r>
              <a:rPr lang="en-US" sz="1600" dirty="0">
                <a:latin typeface="New "/>
                <a:cs typeface="Arial" panose="020B0604020202020204" pitchFamily="34" charset="0"/>
              </a:rPr>
              <a:t>2)Measure temperature and humidity</a:t>
            </a:r>
            <a:br>
              <a:rPr lang="en-US" sz="1600" dirty="0">
                <a:latin typeface="New "/>
                <a:cs typeface="Arial" panose="020B0604020202020204" pitchFamily="34" charset="0"/>
              </a:rPr>
            </a:br>
            <a:r>
              <a:rPr lang="en-US" sz="1600" dirty="0">
                <a:latin typeface="New "/>
                <a:cs typeface="Arial" panose="020B0604020202020204" pitchFamily="34" charset="0"/>
              </a:rPr>
              <a:t>3)Display real-time data on LCD</a:t>
            </a:r>
            <a:br>
              <a:rPr lang="en-US" sz="1600" dirty="0">
                <a:latin typeface="New "/>
                <a:cs typeface="Arial" panose="020B0604020202020204" pitchFamily="34" charset="0"/>
              </a:rPr>
            </a:br>
            <a:r>
              <a:rPr lang="en-US" sz="1600" dirty="0">
                <a:latin typeface="New "/>
                <a:cs typeface="Arial" panose="020B0604020202020204" pitchFamily="34" charset="0"/>
              </a:rPr>
              <a:t>4)Provide alerts when pollution level increases</a:t>
            </a:r>
            <a:br>
              <a:rPr lang="en-US" sz="1600" dirty="0">
                <a:latin typeface="New "/>
                <a:cs typeface="Arial" panose="020B0604020202020204" pitchFamily="34" charset="0"/>
              </a:rPr>
            </a:br>
            <a:r>
              <a:rPr lang="en-US" sz="1600" dirty="0">
                <a:latin typeface="New "/>
                <a:cs typeface="Arial" panose="020B0604020202020204" pitchFamily="34" charset="0"/>
              </a:rPr>
              <a:t>5)Improve environmental awareness</a:t>
            </a:r>
          </a:p>
        </p:txBody>
      </p:sp>
      <p:pic>
        <p:nvPicPr>
          <p:cNvPr id="12" name="Picture Placeholder 11">
            <a:extLst>
              <a:ext uri="{FF2B5EF4-FFF2-40B4-BE49-F238E27FC236}">
                <a16:creationId xmlns:a16="http://schemas.microsoft.com/office/drawing/2014/main" id="{DCE7E3CB-C81E-2CFB-D2B3-8F734F07A96A}"/>
              </a:ext>
            </a:extLst>
          </p:cNvPr>
          <p:cNvPicPr>
            <a:picLocks noGrp="1" noChangeAspect="1"/>
          </p:cNvPicPr>
          <p:nvPr>
            <p:ph type="pic" sz="quarter" idx="13"/>
          </p:nvPr>
        </p:nvPicPr>
        <p:blipFill>
          <a:blip r:embed="rId3"/>
          <a:srcRect l="9215" r="9215"/>
          <a:stretch>
            <a:fillRect/>
          </a:stretch>
        </p:blipFill>
        <p:spPr>
          <a:xfrm>
            <a:off x="6876288" y="0"/>
            <a:ext cx="5312664" cy="6858000"/>
          </a:xfrm>
          <a:prstGeom prst="rect">
            <a:avLst/>
          </a:prstGeom>
        </p:spPr>
      </p:pic>
    </p:spTree>
    <p:extLst>
      <p:ext uri="{BB962C8B-B14F-4D97-AF65-F5344CB8AC3E}">
        <p14:creationId xmlns:p14="http://schemas.microsoft.com/office/powerpoint/2010/main" val="35418739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A33159-D030-2F82-A142-F75940728319}"/>
              </a:ext>
            </a:extLst>
          </p:cNvPr>
          <p:cNvSpPr>
            <a:spLocks noGrp="1"/>
          </p:cNvSpPr>
          <p:nvPr>
            <p:ph sz="quarter" idx="12"/>
          </p:nvPr>
        </p:nvSpPr>
        <p:spPr>
          <a:xfrm>
            <a:off x="5738813" y="896112"/>
            <a:ext cx="5696712" cy="3758184"/>
          </a:xfrm>
          <a:noFill/>
        </p:spPr>
        <p:txBody>
          <a:bodyPr vert="horz" lIns="91440" tIns="45720" rIns="91440" bIns="45720" rtlCol="0" anchor="t">
            <a:normAutofit fontScale="25000" lnSpcReduction="20000"/>
          </a:bodyPr>
          <a:lstStyle/>
          <a:p>
            <a:r>
              <a:rPr lang="en-IN" sz="6400" b="1" dirty="0">
                <a:latin typeface="Arial" panose="020B0604020202020204" pitchFamily="34" charset="0"/>
                <a:cs typeface="Arial" panose="020B0604020202020204" pitchFamily="34" charset="0"/>
              </a:rPr>
              <a:t>Hardware</a:t>
            </a:r>
            <a:endParaRPr lang="en-IN" sz="6400" dirty="0">
              <a:latin typeface="Arial" panose="020B0604020202020204" pitchFamily="34" charset="0"/>
              <a:cs typeface="Arial" panose="020B0604020202020204" pitchFamily="34" charset="0"/>
            </a:endParaRPr>
          </a:p>
          <a:p>
            <a:pPr lvl="0"/>
            <a:r>
              <a:rPr lang="en-IN" sz="6400" dirty="0">
                <a:latin typeface="Arial" panose="020B0604020202020204" pitchFamily="34" charset="0"/>
                <a:cs typeface="Arial" panose="020B0604020202020204" pitchFamily="34" charset="0"/>
              </a:rPr>
              <a:t>ESP32</a:t>
            </a:r>
          </a:p>
          <a:p>
            <a:pPr lvl="0"/>
            <a:r>
              <a:rPr lang="en-IN" sz="6400" dirty="0">
                <a:latin typeface="Arial" panose="020B0604020202020204" pitchFamily="34" charset="0"/>
                <a:cs typeface="Arial" panose="020B0604020202020204" pitchFamily="34" charset="0"/>
              </a:rPr>
              <a:t>MQ Gas Sensor (Air Quality Detection)</a:t>
            </a:r>
          </a:p>
          <a:p>
            <a:pPr lvl="0"/>
            <a:r>
              <a:rPr lang="en-IN" sz="6400" dirty="0">
                <a:latin typeface="Arial" panose="020B0604020202020204" pitchFamily="34" charset="0"/>
                <a:cs typeface="Arial" panose="020B0604020202020204" pitchFamily="34" charset="0"/>
              </a:rPr>
              <a:t>DHT Sensor (Temperature &amp; Humidity)</a:t>
            </a:r>
          </a:p>
          <a:p>
            <a:pPr lvl="0"/>
            <a:r>
              <a:rPr lang="en-IN" sz="6400" dirty="0">
                <a:latin typeface="Arial" panose="020B0604020202020204" pitchFamily="34" charset="0"/>
                <a:cs typeface="Arial" panose="020B0604020202020204" pitchFamily="34" charset="0"/>
              </a:rPr>
              <a:t>16x2 LCD Display</a:t>
            </a:r>
          </a:p>
          <a:p>
            <a:pPr lvl="0"/>
            <a:r>
              <a:rPr lang="en-IN" sz="6400" dirty="0">
                <a:latin typeface="Arial" panose="020B0604020202020204" pitchFamily="34" charset="0"/>
                <a:cs typeface="Arial" panose="020B0604020202020204" pitchFamily="34" charset="0"/>
              </a:rPr>
              <a:t>Breadboard</a:t>
            </a:r>
          </a:p>
          <a:p>
            <a:pPr lvl="0"/>
            <a:r>
              <a:rPr lang="en-IN" sz="6400" dirty="0">
                <a:latin typeface="Arial" panose="020B0604020202020204" pitchFamily="34" charset="0"/>
                <a:cs typeface="Arial" panose="020B0604020202020204" pitchFamily="34" charset="0"/>
              </a:rPr>
              <a:t>Jumper Wires</a:t>
            </a:r>
          </a:p>
          <a:p>
            <a:pPr lvl="0"/>
            <a:r>
              <a:rPr lang="en-IN" sz="6400" dirty="0">
                <a:latin typeface="Arial" panose="020B0604020202020204" pitchFamily="34" charset="0"/>
                <a:cs typeface="Arial" panose="020B0604020202020204" pitchFamily="34" charset="0"/>
              </a:rPr>
              <a:t>USB Power Supply</a:t>
            </a:r>
          </a:p>
          <a:p>
            <a:r>
              <a:rPr lang="en-IN" sz="6400" b="1" dirty="0">
                <a:latin typeface="Arial" panose="020B0604020202020204" pitchFamily="34" charset="0"/>
                <a:cs typeface="Arial" panose="020B0604020202020204" pitchFamily="34" charset="0"/>
              </a:rPr>
              <a:t>Software</a:t>
            </a:r>
            <a:endParaRPr lang="en-IN" sz="6400" dirty="0">
              <a:latin typeface="Arial" panose="020B0604020202020204" pitchFamily="34" charset="0"/>
              <a:cs typeface="Arial" panose="020B0604020202020204" pitchFamily="34" charset="0"/>
            </a:endParaRPr>
          </a:p>
          <a:p>
            <a:pPr lvl="0"/>
            <a:r>
              <a:rPr lang="en-IN" sz="6400" dirty="0">
                <a:latin typeface="Arial" panose="020B0604020202020204" pitchFamily="34" charset="0"/>
                <a:cs typeface="Arial" panose="020B0604020202020204" pitchFamily="34" charset="0"/>
              </a:rPr>
              <a:t>Arduino IDE</a:t>
            </a:r>
          </a:p>
          <a:p>
            <a:pPr lvl="0"/>
            <a:r>
              <a:rPr lang="en-IN" sz="6400" dirty="0">
                <a:latin typeface="Arial" panose="020B0604020202020204" pitchFamily="34" charset="0"/>
                <a:cs typeface="Arial" panose="020B0604020202020204" pitchFamily="34" charset="0"/>
              </a:rPr>
              <a:t>Embedded C programming</a:t>
            </a:r>
          </a:p>
          <a:p>
            <a:pPr lvl="0"/>
            <a:r>
              <a:rPr lang="en-IN" sz="6400" dirty="0">
                <a:latin typeface="Arial" panose="020B0604020202020204" pitchFamily="34" charset="0"/>
                <a:cs typeface="Arial" panose="020B0604020202020204" pitchFamily="34" charset="0"/>
              </a:rPr>
              <a:t>Sensor libraries</a:t>
            </a:r>
          </a:p>
          <a:p>
            <a:endParaRPr lang="en-US" dirty="0"/>
          </a:p>
        </p:txBody>
      </p:sp>
      <p:sp>
        <p:nvSpPr>
          <p:cNvPr id="4" name="Footer Placeholder 3">
            <a:extLst>
              <a:ext uri="{FF2B5EF4-FFF2-40B4-BE49-F238E27FC236}">
                <a16:creationId xmlns:a16="http://schemas.microsoft.com/office/drawing/2014/main" id="{2B8D929C-9009-957F-5897-9AA1649E6C70}"/>
              </a:ext>
            </a:extLst>
          </p:cNvPr>
          <p:cNvSpPr>
            <a:spLocks noGrp="1"/>
          </p:cNvSpPr>
          <p:nvPr>
            <p:ph type="ftr" sz="quarter" idx="10"/>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4398EC13-CC66-14BE-C305-D90EB840C4EC}"/>
              </a:ext>
            </a:extLst>
          </p:cNvPr>
          <p:cNvSpPr>
            <a:spLocks noGrp="1"/>
          </p:cNvSpPr>
          <p:nvPr>
            <p:ph type="sldNum" sz="quarter" idx="11"/>
          </p:nvPr>
        </p:nvSpPr>
        <p:spPr/>
        <p:txBody>
          <a:bodyPr/>
          <a:lstStyle/>
          <a:p>
            <a:fld id="{294A09A9-5501-47C1-A89A-A340965A2BE2}" type="slidenum">
              <a:rPr lang="en-US" smtClean="0"/>
              <a:pPr/>
              <a:t>4</a:t>
            </a:fld>
            <a:endParaRPr lang="en-US" dirty="0"/>
          </a:p>
        </p:txBody>
      </p:sp>
      <p:sp>
        <p:nvSpPr>
          <p:cNvPr id="7" name="Title 6">
            <a:extLst>
              <a:ext uri="{FF2B5EF4-FFF2-40B4-BE49-F238E27FC236}">
                <a16:creationId xmlns:a16="http://schemas.microsoft.com/office/drawing/2014/main" id="{FF7F5977-28C7-D2C9-47C8-5EB08EFEB1FA}"/>
              </a:ext>
            </a:extLst>
          </p:cNvPr>
          <p:cNvSpPr>
            <a:spLocks noGrp="1"/>
          </p:cNvSpPr>
          <p:nvPr>
            <p:ph type="title"/>
          </p:nvPr>
        </p:nvSpPr>
        <p:spPr/>
        <p:txBody>
          <a:bodyPr/>
          <a:lstStyle/>
          <a:p>
            <a:endParaRPr lang="en-IN" dirty="0"/>
          </a:p>
        </p:txBody>
      </p:sp>
      <p:pic>
        <p:nvPicPr>
          <p:cNvPr id="9" name="Picture 8">
            <a:extLst>
              <a:ext uri="{FF2B5EF4-FFF2-40B4-BE49-F238E27FC236}">
                <a16:creationId xmlns:a16="http://schemas.microsoft.com/office/drawing/2014/main" id="{8E1368D4-5F16-FF30-5A0B-D7D9A7E409FB}"/>
              </a:ext>
            </a:extLst>
          </p:cNvPr>
          <p:cNvPicPr>
            <a:picLocks noChangeAspect="1"/>
          </p:cNvPicPr>
          <p:nvPr/>
        </p:nvPicPr>
        <p:blipFill>
          <a:blip r:embed="rId2"/>
          <a:stretch>
            <a:fillRect/>
          </a:stretch>
        </p:blipFill>
        <p:spPr>
          <a:xfrm>
            <a:off x="0" y="-29528"/>
            <a:ext cx="2346389" cy="3179065"/>
          </a:xfrm>
          <a:prstGeom prst="rect">
            <a:avLst/>
          </a:prstGeom>
        </p:spPr>
      </p:pic>
      <p:pic>
        <p:nvPicPr>
          <p:cNvPr id="11" name="Picture 10">
            <a:extLst>
              <a:ext uri="{FF2B5EF4-FFF2-40B4-BE49-F238E27FC236}">
                <a16:creationId xmlns:a16="http://schemas.microsoft.com/office/drawing/2014/main" id="{CE18FB97-65F1-D674-8844-E908DB3969EA}"/>
              </a:ext>
            </a:extLst>
          </p:cNvPr>
          <p:cNvPicPr>
            <a:picLocks noChangeAspect="1"/>
          </p:cNvPicPr>
          <p:nvPr/>
        </p:nvPicPr>
        <p:blipFill>
          <a:blip r:embed="rId3"/>
          <a:stretch>
            <a:fillRect/>
          </a:stretch>
        </p:blipFill>
        <p:spPr>
          <a:xfrm>
            <a:off x="2346389" y="0"/>
            <a:ext cx="2414016" cy="3149537"/>
          </a:xfrm>
          <a:prstGeom prst="rect">
            <a:avLst/>
          </a:prstGeom>
        </p:spPr>
      </p:pic>
      <p:pic>
        <p:nvPicPr>
          <p:cNvPr id="13" name="Picture 12">
            <a:extLst>
              <a:ext uri="{FF2B5EF4-FFF2-40B4-BE49-F238E27FC236}">
                <a16:creationId xmlns:a16="http://schemas.microsoft.com/office/drawing/2014/main" id="{A0B465E1-207A-2586-AB93-94C5BB0212D9}"/>
              </a:ext>
            </a:extLst>
          </p:cNvPr>
          <p:cNvPicPr>
            <a:picLocks noChangeAspect="1"/>
          </p:cNvPicPr>
          <p:nvPr/>
        </p:nvPicPr>
        <p:blipFill>
          <a:blip r:embed="rId4"/>
          <a:stretch>
            <a:fillRect/>
          </a:stretch>
        </p:blipFill>
        <p:spPr>
          <a:xfrm>
            <a:off x="0" y="3149536"/>
            <a:ext cx="2346388" cy="3708463"/>
          </a:xfrm>
          <a:prstGeom prst="rect">
            <a:avLst/>
          </a:prstGeom>
        </p:spPr>
      </p:pic>
      <p:pic>
        <p:nvPicPr>
          <p:cNvPr id="15" name="Picture 14">
            <a:extLst>
              <a:ext uri="{FF2B5EF4-FFF2-40B4-BE49-F238E27FC236}">
                <a16:creationId xmlns:a16="http://schemas.microsoft.com/office/drawing/2014/main" id="{3EFFBE75-1C74-5736-CE54-CA0FED0F5865}"/>
              </a:ext>
            </a:extLst>
          </p:cNvPr>
          <p:cNvPicPr>
            <a:picLocks noChangeAspect="1"/>
          </p:cNvPicPr>
          <p:nvPr/>
        </p:nvPicPr>
        <p:blipFill>
          <a:blip r:embed="rId5"/>
          <a:stretch>
            <a:fillRect/>
          </a:stretch>
        </p:blipFill>
        <p:spPr>
          <a:xfrm>
            <a:off x="2299382" y="3149534"/>
            <a:ext cx="2461023" cy="3708465"/>
          </a:xfrm>
          <a:prstGeom prst="rect">
            <a:avLst/>
          </a:prstGeom>
        </p:spPr>
      </p:pic>
    </p:spTree>
    <p:extLst>
      <p:ext uri="{BB962C8B-B14F-4D97-AF65-F5344CB8AC3E}">
        <p14:creationId xmlns:p14="http://schemas.microsoft.com/office/powerpoint/2010/main" val="19024245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270AC-601F-D537-3460-3FE09CC6AC14}"/>
              </a:ext>
            </a:extLst>
          </p:cNvPr>
          <p:cNvSpPr>
            <a:spLocks noGrp="1"/>
          </p:cNvSpPr>
          <p:nvPr>
            <p:ph type="title"/>
          </p:nvPr>
        </p:nvSpPr>
        <p:spPr>
          <a:xfrm>
            <a:off x="932688" y="228600"/>
            <a:ext cx="9528048" cy="1600200"/>
          </a:xfrm>
        </p:spPr>
        <p:txBody>
          <a:bodyPr/>
          <a:lstStyle/>
          <a:p>
            <a:r>
              <a:rPr lang="en-US" dirty="0"/>
              <a:t>WORKING PRINCIPLE</a:t>
            </a:r>
          </a:p>
        </p:txBody>
      </p:sp>
      <p:pic>
        <p:nvPicPr>
          <p:cNvPr id="8" name="Content Placeholder 7">
            <a:extLst>
              <a:ext uri="{FF2B5EF4-FFF2-40B4-BE49-F238E27FC236}">
                <a16:creationId xmlns:a16="http://schemas.microsoft.com/office/drawing/2014/main" id="{CF3484BD-B6CD-0129-7A46-815E0CFEE4CD}"/>
              </a:ext>
            </a:extLst>
          </p:cNvPr>
          <p:cNvPicPr>
            <a:picLocks noGrp="1" noChangeAspect="1"/>
          </p:cNvPicPr>
          <p:nvPr>
            <p:ph sz="quarter" idx="12"/>
          </p:nvPr>
        </p:nvPicPr>
        <p:blipFill>
          <a:blip r:embed="rId2"/>
          <a:stretch>
            <a:fillRect/>
          </a:stretch>
        </p:blipFill>
        <p:spPr>
          <a:xfrm>
            <a:off x="375666" y="2404872"/>
            <a:ext cx="4315206" cy="3694176"/>
          </a:xfrm>
          <a:prstGeom prst="rect">
            <a:avLst/>
          </a:prstGeom>
        </p:spPr>
      </p:pic>
      <p:pic>
        <p:nvPicPr>
          <p:cNvPr id="10" name="Content Placeholder 9">
            <a:extLst>
              <a:ext uri="{FF2B5EF4-FFF2-40B4-BE49-F238E27FC236}">
                <a16:creationId xmlns:a16="http://schemas.microsoft.com/office/drawing/2014/main" id="{4D555A81-7F7A-659B-8B0B-A7B5998B1A4F}"/>
              </a:ext>
            </a:extLst>
          </p:cNvPr>
          <p:cNvPicPr>
            <a:picLocks noGrp="1" noChangeAspect="1"/>
          </p:cNvPicPr>
          <p:nvPr>
            <p:ph sz="quarter" idx="13"/>
          </p:nvPr>
        </p:nvPicPr>
        <p:blipFill>
          <a:blip r:embed="rId3"/>
          <a:stretch>
            <a:fillRect/>
          </a:stretch>
        </p:blipFill>
        <p:spPr>
          <a:xfrm>
            <a:off x="5233418" y="2231137"/>
            <a:ext cx="6342886" cy="2276856"/>
          </a:xfrm>
          <a:prstGeom prst="rect">
            <a:avLst/>
          </a:prstGeom>
        </p:spPr>
      </p:pic>
      <p:sp>
        <p:nvSpPr>
          <p:cNvPr id="3" name="Footer Placeholder 2">
            <a:extLst>
              <a:ext uri="{FF2B5EF4-FFF2-40B4-BE49-F238E27FC236}">
                <a16:creationId xmlns:a16="http://schemas.microsoft.com/office/drawing/2014/main" id="{8D66D170-AC52-72BE-0CB6-F9F504A3D24A}"/>
              </a:ext>
            </a:extLst>
          </p:cNvPr>
          <p:cNvSpPr>
            <a:spLocks noGrp="1"/>
          </p:cNvSpPr>
          <p:nvPr>
            <p:ph type="ftr" sz="quarter" idx="10"/>
          </p:nvPr>
        </p:nvSpPr>
        <p:spPr>
          <a:xfrm>
            <a:off x="932688" y="6356350"/>
            <a:ext cx="4114800" cy="365125"/>
          </a:xfrm>
        </p:spPr>
        <p:txBody>
          <a:bodyPr/>
          <a:lstStyle/>
          <a:p>
            <a:r>
              <a:rPr lang="en-US" dirty="0"/>
              <a:t>Presentation title</a:t>
            </a:r>
          </a:p>
        </p:txBody>
      </p:sp>
      <p:sp>
        <p:nvSpPr>
          <p:cNvPr id="4" name="Slide Number Placeholder 3">
            <a:extLst>
              <a:ext uri="{FF2B5EF4-FFF2-40B4-BE49-F238E27FC236}">
                <a16:creationId xmlns:a16="http://schemas.microsoft.com/office/drawing/2014/main" id="{E746466F-9F24-C34E-BBA6-2CB94305520C}"/>
              </a:ext>
            </a:extLst>
          </p:cNvPr>
          <p:cNvSpPr>
            <a:spLocks noGrp="1"/>
          </p:cNvSpPr>
          <p:nvPr>
            <p:ph type="sldNum" sz="quarter" idx="11"/>
          </p:nvPr>
        </p:nvSpPr>
        <p:spPr>
          <a:xfrm>
            <a:off x="10635996" y="6356350"/>
            <a:ext cx="784860" cy="365125"/>
          </a:xfrm>
        </p:spPr>
        <p:txBody>
          <a:bodyPr/>
          <a:lstStyle/>
          <a:p>
            <a:fld id="{294A09A9-5501-47C1-A89A-A340965A2BE2}" type="slidenum">
              <a:rPr lang="en-US" smtClean="0"/>
              <a:pPr/>
              <a:t>5</a:t>
            </a:fld>
            <a:endParaRPr lang="en-US" dirty="0"/>
          </a:p>
        </p:txBody>
      </p:sp>
      <p:pic>
        <p:nvPicPr>
          <p:cNvPr id="12" name="Picture 11">
            <a:extLst>
              <a:ext uri="{FF2B5EF4-FFF2-40B4-BE49-F238E27FC236}">
                <a16:creationId xmlns:a16="http://schemas.microsoft.com/office/drawing/2014/main" id="{365B2152-6406-0822-F422-123C72403A7D}"/>
              </a:ext>
            </a:extLst>
          </p:cNvPr>
          <p:cNvPicPr>
            <a:picLocks noChangeAspect="1"/>
          </p:cNvPicPr>
          <p:nvPr/>
        </p:nvPicPr>
        <p:blipFill>
          <a:blip r:embed="rId4"/>
          <a:stretch>
            <a:fillRect/>
          </a:stretch>
        </p:blipFill>
        <p:spPr>
          <a:xfrm>
            <a:off x="5233418" y="4764025"/>
            <a:ext cx="6480046" cy="1957450"/>
          </a:xfrm>
          <a:prstGeom prst="rect">
            <a:avLst/>
          </a:prstGeom>
        </p:spPr>
      </p:pic>
    </p:spTree>
    <p:extLst>
      <p:ext uri="{BB962C8B-B14F-4D97-AF65-F5344CB8AC3E}">
        <p14:creationId xmlns:p14="http://schemas.microsoft.com/office/powerpoint/2010/main" val="30133433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9443C06-A530-329A-9ECC-3E0484827D92}"/>
              </a:ext>
            </a:extLst>
          </p:cNvPr>
          <p:cNvSpPr>
            <a:spLocks noGrp="1"/>
          </p:cNvSpPr>
          <p:nvPr>
            <p:ph type="title"/>
          </p:nvPr>
        </p:nvSpPr>
        <p:spPr>
          <a:xfrm>
            <a:off x="8101584" y="1408176"/>
            <a:ext cx="3392424" cy="4014216"/>
          </a:xfrm>
        </p:spPr>
        <p:txBody>
          <a:bodyPr/>
          <a:lstStyle/>
          <a:p>
            <a:r>
              <a:rPr lang="en-IN" b="1" dirty="0"/>
              <a:t>Results / Output</a:t>
            </a:r>
            <a:br>
              <a:rPr lang="en-IN" dirty="0"/>
            </a:br>
            <a:endParaRPr lang="en-US" dirty="0"/>
          </a:p>
        </p:txBody>
      </p:sp>
      <p:sp>
        <p:nvSpPr>
          <p:cNvPr id="2" name="Footer Placeholder 1">
            <a:extLst>
              <a:ext uri="{FF2B5EF4-FFF2-40B4-BE49-F238E27FC236}">
                <a16:creationId xmlns:a16="http://schemas.microsoft.com/office/drawing/2014/main" id="{EC4E5619-0985-32B6-EC73-AFBCAB2F1CFA}"/>
              </a:ext>
            </a:extLst>
          </p:cNvPr>
          <p:cNvSpPr>
            <a:spLocks noGrp="1"/>
          </p:cNvSpPr>
          <p:nvPr>
            <p:ph type="ftr" sz="quarter" idx="10"/>
          </p:nvPr>
        </p:nvSpPr>
        <p:spPr>
          <a:xfrm>
            <a:off x="932688" y="6356350"/>
            <a:ext cx="4114800" cy="365125"/>
          </a:xfrm>
        </p:spPr>
        <p:txBody>
          <a:bodyPr/>
          <a:lstStyle/>
          <a:p>
            <a:r>
              <a:rPr lang="en-US" dirty="0"/>
              <a:t>Presentation title</a:t>
            </a:r>
          </a:p>
        </p:txBody>
      </p:sp>
      <p:sp>
        <p:nvSpPr>
          <p:cNvPr id="3" name="Slide Number Placeholder 2">
            <a:extLst>
              <a:ext uri="{FF2B5EF4-FFF2-40B4-BE49-F238E27FC236}">
                <a16:creationId xmlns:a16="http://schemas.microsoft.com/office/drawing/2014/main" id="{4302C321-51E3-42FB-272E-92F2DCF5A916}"/>
              </a:ext>
            </a:extLst>
          </p:cNvPr>
          <p:cNvSpPr>
            <a:spLocks noGrp="1"/>
          </p:cNvSpPr>
          <p:nvPr>
            <p:ph type="sldNum" sz="quarter" idx="11"/>
          </p:nvPr>
        </p:nvSpPr>
        <p:spPr>
          <a:xfrm>
            <a:off x="10635996" y="6356350"/>
            <a:ext cx="784860" cy="365125"/>
          </a:xfrm>
        </p:spPr>
        <p:txBody>
          <a:bodyPr/>
          <a:lstStyle/>
          <a:p>
            <a:fld id="{294A09A9-5501-47C1-A89A-A340965A2BE2}" type="slidenum">
              <a:rPr lang="en-US" smtClean="0"/>
              <a:pPr/>
              <a:t>6</a:t>
            </a:fld>
            <a:endParaRPr lang="en-US" dirty="0"/>
          </a:p>
        </p:txBody>
      </p:sp>
      <p:pic>
        <p:nvPicPr>
          <p:cNvPr id="6" name="Picture 5">
            <a:extLst>
              <a:ext uri="{FF2B5EF4-FFF2-40B4-BE49-F238E27FC236}">
                <a16:creationId xmlns:a16="http://schemas.microsoft.com/office/drawing/2014/main" id="{4C6D1976-5137-45E2-4403-0E5AEC53E2BC}"/>
              </a:ext>
            </a:extLst>
          </p:cNvPr>
          <p:cNvPicPr>
            <a:picLocks noChangeAspect="1"/>
          </p:cNvPicPr>
          <p:nvPr/>
        </p:nvPicPr>
        <p:blipFill>
          <a:blip r:embed="rId2"/>
          <a:stretch>
            <a:fillRect/>
          </a:stretch>
        </p:blipFill>
        <p:spPr>
          <a:xfrm>
            <a:off x="0" y="1"/>
            <a:ext cx="3767328" cy="4297679"/>
          </a:xfrm>
          <a:prstGeom prst="rect">
            <a:avLst/>
          </a:prstGeom>
        </p:spPr>
      </p:pic>
      <p:sp>
        <p:nvSpPr>
          <p:cNvPr id="7" name="AutoShape 2">
            <a:extLst>
              <a:ext uri="{FF2B5EF4-FFF2-40B4-BE49-F238E27FC236}">
                <a16:creationId xmlns:a16="http://schemas.microsoft.com/office/drawing/2014/main" id="{8F81C1D9-7DFC-E5B4-8300-F2E6B796714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5" name="Picture 14">
            <a:extLst>
              <a:ext uri="{FF2B5EF4-FFF2-40B4-BE49-F238E27FC236}">
                <a16:creationId xmlns:a16="http://schemas.microsoft.com/office/drawing/2014/main" id="{1C6FA85A-8E92-0FFF-FBE2-580EE09153B2}"/>
              </a:ext>
            </a:extLst>
          </p:cNvPr>
          <p:cNvPicPr>
            <a:picLocks noChangeAspect="1"/>
          </p:cNvPicPr>
          <p:nvPr/>
        </p:nvPicPr>
        <p:blipFill>
          <a:blip r:embed="rId3"/>
          <a:stretch>
            <a:fillRect/>
          </a:stretch>
        </p:blipFill>
        <p:spPr>
          <a:xfrm>
            <a:off x="3767328" y="0"/>
            <a:ext cx="3529584" cy="4297679"/>
          </a:xfrm>
          <a:prstGeom prst="rect">
            <a:avLst/>
          </a:prstGeom>
        </p:spPr>
      </p:pic>
      <p:pic>
        <p:nvPicPr>
          <p:cNvPr id="17" name="Picture 16">
            <a:extLst>
              <a:ext uri="{FF2B5EF4-FFF2-40B4-BE49-F238E27FC236}">
                <a16:creationId xmlns:a16="http://schemas.microsoft.com/office/drawing/2014/main" id="{87B45556-FAF4-706B-27E2-ABF00496FDF8}"/>
              </a:ext>
            </a:extLst>
          </p:cNvPr>
          <p:cNvPicPr>
            <a:picLocks noChangeAspect="1"/>
          </p:cNvPicPr>
          <p:nvPr/>
        </p:nvPicPr>
        <p:blipFill>
          <a:blip r:embed="rId4"/>
          <a:stretch>
            <a:fillRect/>
          </a:stretch>
        </p:blipFill>
        <p:spPr>
          <a:xfrm>
            <a:off x="1" y="4297679"/>
            <a:ext cx="7296912" cy="2560321"/>
          </a:xfrm>
          <a:prstGeom prst="rect">
            <a:avLst/>
          </a:prstGeom>
        </p:spPr>
      </p:pic>
    </p:spTree>
    <p:extLst>
      <p:ext uri="{BB962C8B-B14F-4D97-AF65-F5344CB8AC3E}">
        <p14:creationId xmlns:p14="http://schemas.microsoft.com/office/powerpoint/2010/main" val="5123966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057FFDB-DFEC-7174-F23F-20C423A03C6A}"/>
              </a:ext>
            </a:extLst>
          </p:cNvPr>
          <p:cNvSpPr>
            <a:spLocks noGrp="1"/>
          </p:cNvSpPr>
          <p:nvPr>
            <p:ph type="title"/>
          </p:nvPr>
        </p:nvSpPr>
        <p:spPr>
          <a:xfrm>
            <a:off x="5193792" y="557784"/>
            <a:ext cx="6419088" cy="1929384"/>
          </a:xfrm>
        </p:spPr>
        <p:txBody>
          <a:bodyPr/>
          <a:lstStyle/>
          <a:p>
            <a:r>
              <a:rPr lang="en-IN" b="1" dirty="0"/>
              <a:t>Challenges Faced</a:t>
            </a:r>
            <a:br>
              <a:rPr lang="en-IN" dirty="0"/>
            </a:br>
            <a:endParaRPr lang="en-US" dirty="0"/>
          </a:p>
        </p:txBody>
      </p:sp>
      <p:pic>
        <p:nvPicPr>
          <p:cNvPr id="8" name="Picture Placeholder 7" descr="Close up of yellow flowers">
            <a:extLst>
              <a:ext uri="{FF2B5EF4-FFF2-40B4-BE49-F238E27FC236}">
                <a16:creationId xmlns:a16="http://schemas.microsoft.com/office/drawing/2014/main" id="{A30CECCA-DB43-3EBC-1ED9-4E7CD74EE3E3}"/>
              </a:ext>
            </a:extLst>
          </p:cNvPr>
          <p:cNvPicPr>
            <a:picLocks noGrp="1" noChangeAspect="1"/>
          </p:cNvPicPr>
          <p:nvPr>
            <p:ph type="pic" sz="quarter" idx="13"/>
          </p:nvPr>
        </p:nvPicPr>
        <p:blipFill>
          <a:blip r:embed="rId2" cstate="screen">
            <a:extLst>
              <a:ext uri="{28A0092B-C50C-407E-A947-70E740481C1C}">
                <a14:useLocalDpi xmlns:a14="http://schemas.microsoft.com/office/drawing/2010/main"/>
              </a:ext>
            </a:extLst>
          </a:blip>
          <a:srcRect/>
          <a:stretch/>
        </p:blipFill>
        <p:spPr>
          <a:xfrm>
            <a:off x="0" y="0"/>
            <a:ext cx="4434464" cy="6858000"/>
          </a:xfrm>
        </p:spPr>
      </p:pic>
      <p:sp>
        <p:nvSpPr>
          <p:cNvPr id="4" name="Content Placeholder 3">
            <a:extLst>
              <a:ext uri="{FF2B5EF4-FFF2-40B4-BE49-F238E27FC236}">
                <a16:creationId xmlns:a16="http://schemas.microsoft.com/office/drawing/2014/main" id="{D6F3EE20-53E0-0C62-809D-211B05B88043}"/>
              </a:ext>
            </a:extLst>
          </p:cNvPr>
          <p:cNvSpPr>
            <a:spLocks noGrp="1"/>
          </p:cNvSpPr>
          <p:nvPr>
            <p:ph sz="quarter" idx="12"/>
          </p:nvPr>
        </p:nvSpPr>
        <p:spPr>
          <a:xfrm>
            <a:off x="5193792" y="3328416"/>
            <a:ext cx="6419088" cy="2441448"/>
          </a:xfrm>
        </p:spPr>
        <p:txBody>
          <a:bodyPr>
            <a:normAutofit fontScale="92500" lnSpcReduction="20000"/>
          </a:bodyPr>
          <a:lstStyle/>
          <a:p>
            <a:pPr marL="342900" lvl="0" indent="-342900" algn="l">
              <a:buFont typeface="Arial" panose="020B0604020202020204" pitchFamily="34" charset="0"/>
              <a:buChar char="•"/>
            </a:pPr>
            <a:r>
              <a:rPr lang="en-IN" sz="1900" dirty="0"/>
              <a:t>Sensor calibration issues</a:t>
            </a:r>
          </a:p>
          <a:p>
            <a:pPr marL="342900" lvl="0" indent="-342900" algn="l">
              <a:buFont typeface="Arial" panose="020B0604020202020204" pitchFamily="34" charset="0"/>
              <a:buChar char="•"/>
            </a:pPr>
            <a:r>
              <a:rPr lang="en-IN" sz="1900" dirty="0"/>
              <a:t>Difficulty uploading code to ESP32</a:t>
            </a:r>
          </a:p>
          <a:p>
            <a:pPr marL="342900" lvl="0" indent="-342900" algn="l">
              <a:buFont typeface="Arial" panose="020B0604020202020204" pitchFamily="34" charset="0"/>
              <a:buChar char="•"/>
            </a:pPr>
            <a:r>
              <a:rPr lang="en-IN" sz="1900" dirty="0"/>
              <a:t>Library compatibility problems</a:t>
            </a:r>
          </a:p>
          <a:p>
            <a:pPr marL="342900" lvl="0" indent="-342900" algn="l">
              <a:buFont typeface="Arial" panose="020B0604020202020204" pitchFamily="34" charset="0"/>
              <a:buChar char="•"/>
            </a:pPr>
            <a:r>
              <a:rPr lang="en-IN" sz="1900" dirty="0"/>
              <a:t>Wiring errors in the breadboard setup</a:t>
            </a:r>
          </a:p>
          <a:p>
            <a:pPr marL="342900" lvl="0" indent="-342900" algn="l">
              <a:buFont typeface="Arial" panose="020B0604020202020204" pitchFamily="34" charset="0"/>
              <a:buChar char="•"/>
            </a:pPr>
            <a:r>
              <a:rPr lang="en-IN" sz="1900" dirty="0"/>
              <a:t>Sensor value fluctuations</a:t>
            </a:r>
          </a:p>
          <a:p>
            <a:endParaRPr lang="en-US" dirty="0"/>
          </a:p>
        </p:txBody>
      </p:sp>
      <p:sp>
        <p:nvSpPr>
          <p:cNvPr id="2" name="Footer Placeholder 1">
            <a:extLst>
              <a:ext uri="{FF2B5EF4-FFF2-40B4-BE49-F238E27FC236}">
                <a16:creationId xmlns:a16="http://schemas.microsoft.com/office/drawing/2014/main" id="{0BF157F0-FCC9-135B-D7C0-66741C62659A}"/>
              </a:ext>
            </a:extLst>
          </p:cNvPr>
          <p:cNvSpPr>
            <a:spLocks noGrp="1"/>
          </p:cNvSpPr>
          <p:nvPr>
            <p:ph type="ftr" sz="quarter" idx="10"/>
          </p:nvPr>
        </p:nvSpPr>
        <p:spPr>
          <a:xfrm>
            <a:off x="5193792" y="6356350"/>
            <a:ext cx="4114800" cy="365125"/>
          </a:xfrm>
        </p:spPr>
        <p:txBody>
          <a:bodyPr/>
          <a:lstStyle/>
          <a:p>
            <a:r>
              <a:rPr lang="en-US" dirty="0"/>
              <a:t>Presentation title</a:t>
            </a:r>
          </a:p>
        </p:txBody>
      </p:sp>
      <p:sp>
        <p:nvSpPr>
          <p:cNvPr id="3" name="Slide Number Placeholder 2">
            <a:extLst>
              <a:ext uri="{FF2B5EF4-FFF2-40B4-BE49-F238E27FC236}">
                <a16:creationId xmlns:a16="http://schemas.microsoft.com/office/drawing/2014/main" id="{B8F090ED-AB65-F860-A6D0-5F6E60E175E5}"/>
              </a:ext>
            </a:extLst>
          </p:cNvPr>
          <p:cNvSpPr>
            <a:spLocks noGrp="1"/>
          </p:cNvSpPr>
          <p:nvPr>
            <p:ph type="sldNum" sz="quarter" idx="11"/>
          </p:nvPr>
        </p:nvSpPr>
        <p:spPr>
          <a:xfrm>
            <a:off x="10635996" y="6356350"/>
            <a:ext cx="784860" cy="365125"/>
          </a:xfrm>
        </p:spPr>
        <p:txBody>
          <a:bodyPr/>
          <a:lstStyle/>
          <a:p>
            <a:fld id="{294A09A9-5501-47C1-A89A-A340965A2BE2}" type="slidenum">
              <a:rPr lang="en-US" smtClean="0"/>
              <a:pPr/>
              <a:t>7</a:t>
            </a:fld>
            <a:endParaRPr lang="en-US" dirty="0"/>
          </a:p>
        </p:txBody>
      </p:sp>
    </p:spTree>
    <p:extLst>
      <p:ext uri="{BB962C8B-B14F-4D97-AF65-F5344CB8AC3E}">
        <p14:creationId xmlns:p14="http://schemas.microsoft.com/office/powerpoint/2010/main" val="20694286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descr="A bouquet of flowers">
            <a:extLst>
              <a:ext uri="{FF2B5EF4-FFF2-40B4-BE49-F238E27FC236}">
                <a16:creationId xmlns:a16="http://schemas.microsoft.com/office/drawing/2014/main" id="{8AB2ECDC-2C97-9031-6EF9-11EF690976ED}"/>
              </a:ext>
            </a:extLst>
          </p:cNvPr>
          <p:cNvPicPr>
            <a:picLocks noGrp="1" noChangeAspect="1"/>
          </p:cNvPicPr>
          <p:nvPr>
            <p:ph type="pic" sz="quarter" idx="10"/>
          </p:nvPr>
        </p:nvPicPr>
        <p:blipFill>
          <a:blip r:embed="rId2"/>
          <a:srcRect/>
          <a:stretch/>
        </p:blipFill>
        <p:spPr>
          <a:xfrm>
            <a:off x="0" y="0"/>
            <a:ext cx="12192000" cy="6858000"/>
          </a:xfrm>
        </p:spPr>
      </p:pic>
      <p:sp>
        <p:nvSpPr>
          <p:cNvPr id="3" name="Title 2">
            <a:extLst>
              <a:ext uri="{FF2B5EF4-FFF2-40B4-BE49-F238E27FC236}">
                <a16:creationId xmlns:a16="http://schemas.microsoft.com/office/drawing/2014/main" id="{1697D649-277C-A20F-F588-7EA2B85B1299}"/>
              </a:ext>
            </a:extLst>
          </p:cNvPr>
          <p:cNvSpPr>
            <a:spLocks noGrp="1"/>
          </p:cNvSpPr>
          <p:nvPr>
            <p:ph type="ctrTitle"/>
          </p:nvPr>
        </p:nvSpPr>
        <p:spPr>
          <a:xfrm>
            <a:off x="1627632" y="822960"/>
            <a:ext cx="6327648" cy="2221992"/>
          </a:xfrm>
        </p:spPr>
        <p:txBody>
          <a:bodyPr/>
          <a:lstStyle/>
          <a:p>
            <a:r>
              <a:rPr lang="en-US" dirty="0"/>
              <a:t>Thank you</a:t>
            </a:r>
          </a:p>
        </p:txBody>
      </p:sp>
      <p:cxnSp>
        <p:nvCxnSpPr>
          <p:cNvPr id="25" name="Straight Connector 24">
            <a:extLst>
              <a:ext uri="{FF2B5EF4-FFF2-40B4-BE49-F238E27FC236}">
                <a16:creationId xmlns:a16="http://schemas.microsoft.com/office/drawing/2014/main" id="{DE502E84-5063-F43E-AC45-9F5CEAA69246}"/>
              </a:ext>
              <a:ext uri="{C183D7F6-B498-43B3-948B-1728B52AA6E4}">
                <adec:decorative xmlns:adec="http://schemas.microsoft.com/office/drawing/2017/decorative" val="1"/>
              </a:ext>
            </a:extLst>
          </p:cNvPr>
          <p:cNvCxnSpPr>
            <a:cxnSpLocks/>
          </p:cNvCxnSpPr>
          <p:nvPr/>
        </p:nvCxnSpPr>
        <p:spPr>
          <a:xfrm>
            <a:off x="1701285" y="3209689"/>
            <a:ext cx="3624541"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DE43C393-A639-F47D-D8A8-BAF189C58382}"/>
              </a:ext>
              <a:ext uri="{C183D7F6-B498-43B3-948B-1728B52AA6E4}">
                <adec:decorative xmlns:adec="http://schemas.microsoft.com/office/drawing/2017/decorative" val="1"/>
              </a:ext>
            </a:extLst>
          </p:cNvPr>
          <p:cNvPicPr>
            <a:picLocks noChangeAspect="1"/>
          </p:cNvPicPr>
          <p:nvPr/>
        </p:nvPicPr>
        <p:blipFill>
          <a:blip r:embed="rId3" cstate="screen">
            <a:extLst>
              <a:ext uri="{BEBA8EAE-BF5A-486C-A8C5-ECC9F3942E4B}">
                <a14:imgProps xmlns:a14="http://schemas.microsoft.com/office/drawing/2010/main">
                  <a14:imgLayer r:embed="rId4">
                    <a14:imgEffect>
                      <a14:saturation sat="35000"/>
                    </a14:imgEffect>
                  </a14:imgLayer>
                </a14:imgProps>
              </a:ext>
              <a:ext uri="{28A0092B-C50C-407E-A947-70E740481C1C}">
                <a14:useLocalDpi xmlns:a14="http://schemas.microsoft.com/office/drawing/2010/main"/>
              </a:ext>
            </a:extLst>
          </a:blip>
          <a:stretch>
            <a:fillRect/>
          </a:stretch>
        </p:blipFill>
        <p:spPr>
          <a:xfrm>
            <a:off x="4839787" y="3066998"/>
            <a:ext cx="972078" cy="285381"/>
          </a:xfrm>
          <a:prstGeom prst="rect">
            <a:avLst/>
          </a:prstGeom>
        </p:spPr>
      </p:pic>
    </p:spTree>
    <p:extLst>
      <p:ext uri="{BB962C8B-B14F-4D97-AF65-F5344CB8AC3E}">
        <p14:creationId xmlns:p14="http://schemas.microsoft.com/office/powerpoint/2010/main" val="438040838"/>
      </p:ext>
    </p:extLst>
  </p:cSld>
  <p:clrMapOvr>
    <a:masterClrMapping/>
  </p:clrMapOvr>
</p:sld>
</file>

<file path=ppt/theme/theme1.xml><?xml version="1.0" encoding="utf-8"?>
<a:theme xmlns:a="http://schemas.openxmlformats.org/drawingml/2006/main" name="Custom">
  <a:themeElements>
    <a:clrScheme name="Custom 20">
      <a:dk1>
        <a:srgbClr val="000000"/>
      </a:dk1>
      <a:lt1>
        <a:srgbClr val="FFFFFF"/>
      </a:lt1>
      <a:dk2>
        <a:srgbClr val="CAD8D6"/>
      </a:dk2>
      <a:lt2>
        <a:srgbClr val="E7E6E6"/>
      </a:lt2>
      <a:accent1>
        <a:srgbClr val="7E8679"/>
      </a:accent1>
      <a:accent2>
        <a:srgbClr val="72292A"/>
      </a:accent2>
      <a:accent3>
        <a:srgbClr val="4A3A1C"/>
      </a:accent3>
      <a:accent4>
        <a:srgbClr val="E47D60"/>
      </a:accent4>
      <a:accent5>
        <a:srgbClr val="CEBBAF"/>
      </a:accent5>
      <a:accent6>
        <a:srgbClr val="E8DAC4"/>
      </a:accent6>
      <a:hlink>
        <a:srgbClr val="3968F6"/>
      </a:hlink>
      <a:folHlink>
        <a:srgbClr val="954F72"/>
      </a:folHlink>
    </a:clrScheme>
    <a:fontScheme name="Custom 23">
      <a:majorFont>
        <a:latin typeface="Baskerville Old Face"/>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loral flourish_win32_CP_v3" id="{3BF332BF-22B8-49D8-950E-E9BBBBF59833}" vid="{E4E7F1DC-3AF4-489F-A450-0CED11A8EBA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384BFC8-02DA-464F-AE97-4951BE47415C}">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71E6BC5B-F32E-483D-A6CB-100D6BCB78C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9915FD3-F777-4046-A12C-BE3860E324BC}">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{2BE86164-BE14-4370-B1B2-16C49B8EF5BC}TF6ca04e33-feaa-4cf5-9b27-d56362f12ac085bf296f_win32-5c14a82fef6c</Template>
  <TotalTime>60</TotalTime>
  <Words>201</Words>
  <Application>Microsoft Office PowerPoint</Application>
  <PresentationFormat>Widescreen</PresentationFormat>
  <Paragraphs>40</Paragraphs>
  <Slides>8</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Baskerville Old Face</vt:lpstr>
      <vt:lpstr>Calibri</vt:lpstr>
      <vt:lpstr>Gill Sans Nova Light</vt:lpstr>
      <vt:lpstr>New </vt:lpstr>
      <vt:lpstr>Custom</vt:lpstr>
      <vt:lpstr>Air Quality Guardian </vt:lpstr>
      <vt:lpstr>Problem Statement </vt:lpstr>
      <vt:lpstr>Objectives  </vt:lpstr>
      <vt:lpstr>PowerPoint Presentation</vt:lpstr>
      <vt:lpstr>WORKING PRINCIPLE</vt:lpstr>
      <vt:lpstr>Results / Output </vt:lpstr>
      <vt:lpstr>Challenges Faced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nandinikanje@gmail.com</dc:creator>
  <cp:lastModifiedBy>nandinikanje@gmail.com</cp:lastModifiedBy>
  <cp:revision>1</cp:revision>
  <dcterms:created xsi:type="dcterms:W3CDTF">2026-03-14T07:44:20Z</dcterms:created>
  <dcterms:modified xsi:type="dcterms:W3CDTF">2026-03-14T08:44:39Z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